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B962C6-20D7-4959-A9D1-26DD97DC6504}">
  <a:tblStyle styleId="{52B962C6-20D7-4959-A9D1-26DD97DC65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fb66a6847_0_3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5fb66a6847_0_3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b66a6847_0_5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5fb66a6847_0_5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fb66a6847_0_8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5fb66a6847_0_8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b66a6847_0_9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5fb66a6847_0_9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b66a6847_0_11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5fb66a6847_0_11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fb66a6847_0_12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5fb66a6847_0_12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fb66a6847_0_14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5fb66a6847_0_14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b66a6847_0_16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5fb66a6847_0_16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fb66a6847_0_17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5fb66a6847_0_17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b66a6847_0_18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5fb66a6847_0_18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fb66a6847_0_19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5fb66a6847_0_19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fb66a6847_0_21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5fb66a6847_0_21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fb66a6847_0_22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5fb66a6847_0_22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fb66a6847_0_23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5fb66a6847_0_23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1888436" y="1301072"/>
            <a:ext cx="5367126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rgbClr val="0053D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994863" y="1441534"/>
            <a:ext cx="3663315" cy="1794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1888436" y="1301072"/>
            <a:ext cx="5367126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rgbClr val="0053D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234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5005" y="4486847"/>
            <a:ext cx="323871" cy="32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611" y="329982"/>
            <a:ext cx="1135856" cy="24543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5909151" y="0"/>
            <a:ext cx="3235325" cy="3609340"/>
          </a:xfrm>
          <a:custGeom>
            <a:rect b="b" l="l" r="r" t="t"/>
            <a:pathLst>
              <a:path extrusionOk="0" h="3609340" w="3235325">
                <a:moveTo>
                  <a:pt x="3193469" y="3343631"/>
                </a:moveTo>
                <a:lnTo>
                  <a:pt x="1529304" y="3609005"/>
                </a:lnTo>
                <a:lnTo>
                  <a:pt x="0" y="0"/>
                </a:lnTo>
              </a:path>
              <a:path extrusionOk="0" h="3609340" w="3235325">
                <a:moveTo>
                  <a:pt x="1379605" y="0"/>
                </a:moveTo>
                <a:lnTo>
                  <a:pt x="3234848" y="259927"/>
                </a:lnTo>
              </a:path>
              <a:path extrusionOk="0" h="3609340" w="3235325">
                <a:moveTo>
                  <a:pt x="3234848" y="3243372"/>
                </a:moveTo>
                <a:lnTo>
                  <a:pt x="3193469" y="3343631"/>
                </a:lnTo>
              </a:path>
              <a:path extrusionOk="0" h="3609340" w="3235325">
                <a:moveTo>
                  <a:pt x="3193469" y="3343631"/>
                </a:moveTo>
                <a:lnTo>
                  <a:pt x="102862" y="0"/>
                </a:lnTo>
              </a:path>
            </a:pathLst>
          </a:custGeom>
          <a:noFill/>
          <a:ln cap="flat" cmpd="sng" w="9525">
            <a:solidFill>
              <a:srgbClr val="005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0" y="1836915"/>
            <a:ext cx="3105150" cy="3307079"/>
          </a:xfrm>
          <a:custGeom>
            <a:rect b="b" l="l" r="r" t="t"/>
            <a:pathLst>
              <a:path extrusionOk="0" h="3307079" w="3105150">
                <a:moveTo>
                  <a:pt x="1824829" y="3306584"/>
                </a:moveTo>
                <a:lnTo>
                  <a:pt x="1715391" y="3172772"/>
                </a:lnTo>
                <a:lnTo>
                  <a:pt x="1594183" y="3034726"/>
                </a:lnTo>
                <a:lnTo>
                  <a:pt x="1461577" y="2893959"/>
                </a:lnTo>
                <a:lnTo>
                  <a:pt x="1317021" y="2750472"/>
                </a:lnTo>
                <a:lnTo>
                  <a:pt x="1162136" y="2605916"/>
                </a:lnTo>
                <a:lnTo>
                  <a:pt x="995852" y="2460260"/>
                </a:lnTo>
                <a:lnTo>
                  <a:pt x="908322" y="2386914"/>
                </a:lnTo>
                <a:lnTo>
                  <a:pt x="820306" y="2314603"/>
                </a:lnTo>
                <a:lnTo>
                  <a:pt x="646380" y="2179309"/>
                </a:lnTo>
                <a:lnTo>
                  <a:pt x="475724" y="2053762"/>
                </a:lnTo>
                <a:lnTo>
                  <a:pt x="308889" y="1939096"/>
                </a:lnTo>
                <a:lnTo>
                  <a:pt x="145843" y="1835278"/>
                </a:lnTo>
                <a:lnTo>
                  <a:pt x="0" y="1748766"/>
                </a:lnTo>
              </a:path>
              <a:path extrusionOk="0" h="3307079" w="3105150">
                <a:moveTo>
                  <a:pt x="2522731" y="3306584"/>
                </a:moveTo>
                <a:lnTo>
                  <a:pt x="3090352" y="1298343"/>
                </a:lnTo>
                <a:lnTo>
                  <a:pt x="3096342" y="1274963"/>
                </a:lnTo>
                <a:lnTo>
                  <a:pt x="3103402" y="1226066"/>
                </a:lnTo>
                <a:lnTo>
                  <a:pt x="3105053" y="1173865"/>
                </a:lnTo>
                <a:lnTo>
                  <a:pt x="3100163" y="1119527"/>
                </a:lnTo>
                <a:lnTo>
                  <a:pt x="3090352" y="1062469"/>
                </a:lnTo>
                <a:lnTo>
                  <a:pt x="3074614" y="1003760"/>
                </a:lnTo>
                <a:lnTo>
                  <a:pt x="3053403" y="943464"/>
                </a:lnTo>
                <a:lnTo>
                  <a:pt x="3026785" y="882034"/>
                </a:lnTo>
                <a:lnTo>
                  <a:pt x="2994726" y="819536"/>
                </a:lnTo>
                <a:lnTo>
                  <a:pt x="2957745" y="756487"/>
                </a:lnTo>
                <a:lnTo>
                  <a:pt x="2915357" y="692920"/>
                </a:lnTo>
                <a:lnTo>
                  <a:pt x="2868078" y="629321"/>
                </a:lnTo>
                <a:lnTo>
                  <a:pt x="2815359" y="565722"/>
                </a:lnTo>
                <a:lnTo>
                  <a:pt x="2758301" y="503224"/>
                </a:lnTo>
                <a:lnTo>
                  <a:pt x="2696354" y="441276"/>
                </a:lnTo>
                <a:lnTo>
                  <a:pt x="2629516" y="380947"/>
                </a:lnTo>
                <a:lnTo>
                  <a:pt x="2594187" y="351609"/>
                </a:lnTo>
                <a:lnTo>
                  <a:pt x="2558307" y="322270"/>
                </a:lnTo>
                <a:lnTo>
                  <a:pt x="2486580" y="268450"/>
                </a:lnTo>
                <a:lnTo>
                  <a:pt x="2413752" y="219002"/>
                </a:lnTo>
                <a:lnTo>
                  <a:pt x="2341474" y="174995"/>
                </a:lnTo>
                <a:lnTo>
                  <a:pt x="2269714" y="135844"/>
                </a:lnTo>
                <a:lnTo>
                  <a:pt x="2197987" y="101065"/>
                </a:lnTo>
                <a:lnTo>
                  <a:pt x="2127879" y="71727"/>
                </a:lnTo>
                <a:lnTo>
                  <a:pt x="2058872" y="47278"/>
                </a:lnTo>
                <a:lnTo>
                  <a:pt x="1990933" y="27687"/>
                </a:lnTo>
                <a:lnTo>
                  <a:pt x="1925715" y="13568"/>
                </a:lnTo>
                <a:lnTo>
                  <a:pt x="1862666" y="4339"/>
                </a:lnTo>
                <a:lnTo>
                  <a:pt x="1801787" y="0"/>
                </a:lnTo>
                <a:lnTo>
                  <a:pt x="1744179" y="518"/>
                </a:lnTo>
                <a:lnTo>
                  <a:pt x="1689841" y="6508"/>
                </a:lnTo>
                <a:lnTo>
                  <a:pt x="1639292" y="17389"/>
                </a:lnTo>
                <a:lnTo>
                  <a:pt x="1592013" y="33677"/>
                </a:lnTo>
                <a:lnTo>
                  <a:pt x="1570835" y="43457"/>
                </a:lnTo>
                <a:lnTo>
                  <a:pt x="0" y="829802"/>
                </a:lnTo>
              </a:path>
            </a:pathLst>
          </a:custGeom>
          <a:noFill/>
          <a:ln cap="flat" cmpd="sng" w="9525">
            <a:solidFill>
              <a:srgbClr val="0053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>
            <p:ph type="ctrTitle"/>
          </p:nvPr>
        </p:nvSpPr>
        <p:spPr>
          <a:xfrm>
            <a:off x="2451193" y="1703075"/>
            <a:ext cx="4241613" cy="133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1888436" y="1301072"/>
            <a:ext cx="5367126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rgbClr val="0053D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625005" y="4489653"/>
            <a:ext cx="323871" cy="3237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1888436" y="1301072"/>
            <a:ext cx="5367126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 u="none" cap="none" strike="noStrike">
                <a:solidFill>
                  <a:srgbClr val="0053D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994863" y="1441534"/>
            <a:ext cx="3663315" cy="1794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762000" y="3964335"/>
            <a:ext cx="2057400" cy="1167293"/>
          </a:xfrm>
          <a:custGeom>
            <a:rect b="b" l="l" r="r" t="t"/>
            <a:pathLst>
              <a:path extrusionOk="0" h="1945639" w="3162935">
                <a:moveTo>
                  <a:pt x="934290" y="0"/>
                </a:moveTo>
                <a:lnTo>
                  <a:pt x="2783436" y="433675"/>
                </a:lnTo>
                <a:lnTo>
                  <a:pt x="3162315" y="1945442"/>
                </a:lnTo>
              </a:path>
              <a:path extrusionOk="0" h="1945639" w="3162935">
                <a:moveTo>
                  <a:pt x="70471" y="1945442"/>
                </a:moveTo>
                <a:lnTo>
                  <a:pt x="11357" y="1655109"/>
                </a:lnTo>
                <a:lnTo>
                  <a:pt x="0" y="1240732"/>
                </a:lnTo>
                <a:lnTo>
                  <a:pt x="934290" y="0"/>
                </a:lnTo>
              </a:path>
              <a:path extrusionOk="0" h="1945639" w="3162935">
                <a:moveTo>
                  <a:pt x="934290" y="0"/>
                </a:moveTo>
                <a:lnTo>
                  <a:pt x="2095229" y="1074922"/>
                </a:lnTo>
              </a:path>
              <a:path extrusionOk="0" h="1945639" w="3162935">
                <a:moveTo>
                  <a:pt x="2095229" y="1074922"/>
                </a:moveTo>
                <a:lnTo>
                  <a:pt x="2783436" y="433675"/>
                </a:lnTo>
              </a:path>
              <a:path extrusionOk="0" h="1945639" w="3162935">
                <a:moveTo>
                  <a:pt x="2095229" y="1074922"/>
                </a:moveTo>
                <a:lnTo>
                  <a:pt x="2933476" y="1945442"/>
                </a:lnTo>
              </a:path>
              <a:path extrusionOk="0" h="1945639" w="3162935">
                <a:moveTo>
                  <a:pt x="934290" y="0"/>
                </a:moveTo>
                <a:lnTo>
                  <a:pt x="11357" y="1655109"/>
                </a:lnTo>
              </a:path>
              <a:path extrusionOk="0" h="1945639" w="3162935">
                <a:moveTo>
                  <a:pt x="11357" y="1655109"/>
                </a:moveTo>
                <a:lnTo>
                  <a:pt x="2095229" y="1074922"/>
                </a:lnTo>
              </a:path>
              <a:path extrusionOk="0" h="1945639" w="3162935">
                <a:moveTo>
                  <a:pt x="304514" y="1945442"/>
                </a:moveTo>
                <a:lnTo>
                  <a:pt x="11357" y="1655109"/>
                </a:lnTo>
              </a:path>
              <a:path extrusionOk="0" h="1945639" w="3162935">
                <a:moveTo>
                  <a:pt x="2095229" y="1074922"/>
                </a:moveTo>
                <a:lnTo>
                  <a:pt x="1876110" y="1945442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5943600" y="0"/>
            <a:ext cx="3044825" cy="2413635"/>
          </a:xfrm>
          <a:custGeom>
            <a:rect b="b" l="l" r="r" t="t"/>
            <a:pathLst>
              <a:path extrusionOk="0" h="2413635" w="3044825">
                <a:moveTo>
                  <a:pt x="2748174" y="1530700"/>
                </a:moveTo>
                <a:lnTo>
                  <a:pt x="2720899" y="1617550"/>
                </a:lnTo>
                <a:lnTo>
                  <a:pt x="2701174" y="1670000"/>
                </a:lnTo>
                <a:lnTo>
                  <a:pt x="2678524" y="1721175"/>
                </a:lnTo>
                <a:lnTo>
                  <a:pt x="2653349" y="1771125"/>
                </a:lnTo>
                <a:lnTo>
                  <a:pt x="2626074" y="1819775"/>
                </a:lnTo>
                <a:lnTo>
                  <a:pt x="2596699" y="1867200"/>
                </a:lnTo>
                <a:lnTo>
                  <a:pt x="2564824" y="1912925"/>
                </a:lnTo>
                <a:lnTo>
                  <a:pt x="2527899" y="1961175"/>
                </a:lnTo>
                <a:lnTo>
                  <a:pt x="2485949" y="2010275"/>
                </a:lnTo>
                <a:lnTo>
                  <a:pt x="2441874" y="2056425"/>
                </a:lnTo>
                <a:lnTo>
                  <a:pt x="2395324" y="2099625"/>
                </a:lnTo>
                <a:lnTo>
                  <a:pt x="2347474" y="2140325"/>
                </a:lnTo>
                <a:lnTo>
                  <a:pt x="2297549" y="2178100"/>
                </a:lnTo>
                <a:lnTo>
                  <a:pt x="2245524" y="2213350"/>
                </a:lnTo>
                <a:lnTo>
                  <a:pt x="2192249" y="2245650"/>
                </a:lnTo>
                <a:lnTo>
                  <a:pt x="2137699" y="2275025"/>
                </a:lnTo>
                <a:lnTo>
                  <a:pt x="2081474" y="2301450"/>
                </a:lnTo>
                <a:lnTo>
                  <a:pt x="2023574" y="2325375"/>
                </a:lnTo>
                <a:lnTo>
                  <a:pt x="1965249" y="2346350"/>
                </a:lnTo>
                <a:lnTo>
                  <a:pt x="1905249" y="2364375"/>
                </a:lnTo>
                <a:lnTo>
                  <a:pt x="1844424" y="2379500"/>
                </a:lnTo>
                <a:lnTo>
                  <a:pt x="1783149" y="2392075"/>
                </a:lnTo>
                <a:lnTo>
                  <a:pt x="1720649" y="2401725"/>
                </a:lnTo>
                <a:lnTo>
                  <a:pt x="1657699" y="2408450"/>
                </a:lnTo>
                <a:lnTo>
                  <a:pt x="1593924" y="2412625"/>
                </a:lnTo>
                <a:lnTo>
                  <a:pt x="1530149" y="2413475"/>
                </a:lnTo>
                <a:lnTo>
                  <a:pt x="1465974" y="2411800"/>
                </a:lnTo>
                <a:lnTo>
                  <a:pt x="1401349" y="2407175"/>
                </a:lnTo>
                <a:lnTo>
                  <a:pt x="1336749" y="2399625"/>
                </a:lnTo>
                <a:lnTo>
                  <a:pt x="1272124" y="2389550"/>
                </a:lnTo>
                <a:lnTo>
                  <a:pt x="1207924" y="2376125"/>
                </a:lnTo>
                <a:lnTo>
                  <a:pt x="1143724" y="2360200"/>
                </a:lnTo>
                <a:lnTo>
                  <a:pt x="1079949" y="2341300"/>
                </a:lnTo>
                <a:lnTo>
                  <a:pt x="1016599" y="2319500"/>
                </a:lnTo>
                <a:lnTo>
                  <a:pt x="953674" y="2294725"/>
                </a:lnTo>
                <a:lnTo>
                  <a:pt x="891149" y="2267475"/>
                </a:lnTo>
                <a:lnTo>
                  <a:pt x="829899" y="2236825"/>
                </a:lnTo>
                <a:lnTo>
                  <a:pt x="769474" y="2203700"/>
                </a:lnTo>
                <a:lnTo>
                  <a:pt x="709899" y="2167600"/>
                </a:lnTo>
                <a:lnTo>
                  <a:pt x="651574" y="2128575"/>
                </a:lnTo>
                <a:lnTo>
                  <a:pt x="595349" y="2087475"/>
                </a:lnTo>
                <a:lnTo>
                  <a:pt x="541224" y="2044250"/>
                </a:lnTo>
                <a:lnTo>
                  <a:pt x="489624" y="1998950"/>
                </a:lnTo>
                <a:lnTo>
                  <a:pt x="440524" y="1952375"/>
                </a:lnTo>
                <a:lnTo>
                  <a:pt x="393549" y="1903700"/>
                </a:lnTo>
                <a:lnTo>
                  <a:pt x="349074" y="1853350"/>
                </a:lnTo>
                <a:lnTo>
                  <a:pt x="307124" y="1801750"/>
                </a:lnTo>
                <a:lnTo>
                  <a:pt x="267674" y="1748450"/>
                </a:lnTo>
                <a:lnTo>
                  <a:pt x="230749" y="1693900"/>
                </a:lnTo>
                <a:lnTo>
                  <a:pt x="196349" y="1638100"/>
                </a:lnTo>
                <a:lnTo>
                  <a:pt x="164449" y="1581475"/>
                </a:lnTo>
                <a:lnTo>
                  <a:pt x="135499" y="1523575"/>
                </a:lnTo>
                <a:lnTo>
                  <a:pt x="109074" y="1464825"/>
                </a:lnTo>
                <a:lnTo>
                  <a:pt x="85574" y="1405675"/>
                </a:lnTo>
                <a:lnTo>
                  <a:pt x="64599" y="1345250"/>
                </a:lnTo>
                <a:lnTo>
                  <a:pt x="46549" y="1284400"/>
                </a:lnTo>
                <a:lnTo>
                  <a:pt x="31449" y="1223150"/>
                </a:lnTo>
                <a:lnTo>
                  <a:pt x="19299" y="1161475"/>
                </a:lnTo>
                <a:lnTo>
                  <a:pt x="10049" y="1099375"/>
                </a:lnTo>
                <a:lnTo>
                  <a:pt x="3349" y="1037275"/>
                </a:lnTo>
                <a:lnTo>
                  <a:pt x="0" y="975200"/>
                </a:lnTo>
                <a:lnTo>
                  <a:pt x="0" y="912675"/>
                </a:lnTo>
                <a:lnTo>
                  <a:pt x="2499" y="850575"/>
                </a:lnTo>
                <a:lnTo>
                  <a:pt x="8374" y="788475"/>
                </a:lnTo>
                <a:lnTo>
                  <a:pt x="17599" y="726800"/>
                </a:lnTo>
                <a:lnTo>
                  <a:pt x="29774" y="665550"/>
                </a:lnTo>
                <a:lnTo>
                  <a:pt x="45724" y="605125"/>
                </a:lnTo>
                <a:lnTo>
                  <a:pt x="64174" y="544700"/>
                </a:lnTo>
                <a:lnTo>
                  <a:pt x="86424" y="485550"/>
                </a:lnTo>
                <a:lnTo>
                  <a:pt x="112024" y="426800"/>
                </a:lnTo>
                <a:lnTo>
                  <a:pt x="140974" y="369325"/>
                </a:lnTo>
                <a:lnTo>
                  <a:pt x="171599" y="315200"/>
                </a:lnTo>
                <a:lnTo>
                  <a:pt x="203049" y="266125"/>
                </a:lnTo>
                <a:lnTo>
                  <a:pt x="237049" y="218275"/>
                </a:lnTo>
                <a:lnTo>
                  <a:pt x="273549" y="172550"/>
                </a:lnTo>
                <a:lnTo>
                  <a:pt x="312149" y="128500"/>
                </a:lnTo>
                <a:lnTo>
                  <a:pt x="352849" y="86550"/>
                </a:lnTo>
                <a:lnTo>
                  <a:pt x="395649" y="46250"/>
                </a:lnTo>
                <a:lnTo>
                  <a:pt x="440524" y="8500"/>
                </a:lnTo>
                <a:lnTo>
                  <a:pt x="451665" y="0"/>
                </a:lnTo>
              </a:path>
              <a:path extrusionOk="0" h="2413635" w="3044825">
                <a:moveTo>
                  <a:pt x="2114421" y="0"/>
                </a:moveTo>
                <a:lnTo>
                  <a:pt x="2212799" y="71425"/>
                </a:lnTo>
                <a:lnTo>
                  <a:pt x="2277424" y="124300"/>
                </a:lnTo>
                <a:lnTo>
                  <a:pt x="2337824" y="179675"/>
                </a:lnTo>
                <a:lnTo>
                  <a:pt x="2394899" y="237575"/>
                </a:lnTo>
                <a:lnTo>
                  <a:pt x="2448174" y="297575"/>
                </a:lnTo>
                <a:lnTo>
                  <a:pt x="2497699" y="359675"/>
                </a:lnTo>
                <a:lnTo>
                  <a:pt x="2542999" y="423450"/>
                </a:lnTo>
                <a:lnTo>
                  <a:pt x="2584949" y="488475"/>
                </a:lnTo>
                <a:lnTo>
                  <a:pt x="2623149" y="555200"/>
                </a:lnTo>
                <a:lnTo>
                  <a:pt x="2657549" y="623175"/>
                </a:lnTo>
                <a:lnTo>
                  <a:pt x="2687749" y="692400"/>
                </a:lnTo>
                <a:lnTo>
                  <a:pt x="2714599" y="762475"/>
                </a:lnTo>
                <a:lnTo>
                  <a:pt x="2737249" y="833375"/>
                </a:lnTo>
                <a:lnTo>
                  <a:pt x="2755724" y="904700"/>
                </a:lnTo>
                <a:lnTo>
                  <a:pt x="2770399" y="976450"/>
                </a:lnTo>
                <a:lnTo>
                  <a:pt x="2780899" y="1045250"/>
                </a:lnTo>
                <a:lnTo>
                  <a:pt x="2787599" y="1110300"/>
                </a:lnTo>
                <a:lnTo>
                  <a:pt x="2790974" y="1175325"/>
                </a:lnTo>
                <a:lnTo>
                  <a:pt x="2790549" y="1240350"/>
                </a:lnTo>
                <a:lnTo>
                  <a:pt x="2787199" y="1305800"/>
                </a:lnTo>
                <a:lnTo>
                  <a:pt x="2780049" y="1370425"/>
                </a:lnTo>
                <a:lnTo>
                  <a:pt x="2769999" y="1435025"/>
                </a:lnTo>
                <a:lnTo>
                  <a:pt x="2756549" y="1498800"/>
                </a:lnTo>
                <a:lnTo>
                  <a:pt x="2748174" y="1530700"/>
                </a:lnTo>
              </a:path>
              <a:path extrusionOk="0" h="2413635" w="3044825">
                <a:moveTo>
                  <a:pt x="2993460" y="0"/>
                </a:moveTo>
                <a:lnTo>
                  <a:pt x="3011249" y="60525"/>
                </a:lnTo>
                <a:lnTo>
                  <a:pt x="3029274" y="143600"/>
                </a:lnTo>
                <a:lnTo>
                  <a:pt x="3040199" y="227100"/>
                </a:lnTo>
                <a:lnTo>
                  <a:pt x="3044799" y="311000"/>
                </a:lnTo>
                <a:lnTo>
                  <a:pt x="3042699" y="394925"/>
                </a:lnTo>
                <a:lnTo>
                  <a:pt x="3033474" y="478000"/>
                </a:lnTo>
                <a:lnTo>
                  <a:pt x="3017949" y="560225"/>
                </a:lnTo>
                <a:lnTo>
                  <a:pt x="3007049" y="600925"/>
                </a:lnTo>
                <a:lnTo>
                  <a:pt x="2748174" y="1530700"/>
                </a:lnTo>
              </a:path>
            </a:pathLst>
          </a:custGeom>
          <a:noFill/>
          <a:ln cap="flat" cmpd="sng" w="9525">
            <a:solidFill>
              <a:srgbClr val="FF6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8458200" y="4400550"/>
            <a:ext cx="609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067560" y="11872"/>
            <a:ext cx="2313940" cy="164846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6887555" y="3465872"/>
            <a:ext cx="2233408" cy="1677628"/>
          </a:xfrm>
          <a:custGeom>
            <a:rect b="b" l="l" r="r" t="t"/>
            <a:pathLst>
              <a:path extrusionOk="0" h="2483485" w="2828290">
                <a:moveTo>
                  <a:pt x="57057" y="2483435"/>
                </a:moveTo>
                <a:lnTo>
                  <a:pt x="0" y="2440824"/>
                </a:lnTo>
                <a:lnTo>
                  <a:pt x="371098" y="582187"/>
                </a:lnTo>
                <a:lnTo>
                  <a:pt x="920601" y="0"/>
                </a:lnTo>
                <a:lnTo>
                  <a:pt x="2240817" y="286542"/>
                </a:lnTo>
                <a:lnTo>
                  <a:pt x="2827724" y="1082951"/>
                </a:lnTo>
                <a:lnTo>
                  <a:pt x="2193597" y="2483435"/>
                </a:lnTo>
              </a:path>
              <a:path extrusionOk="0" h="2483485" w="2828290">
                <a:moveTo>
                  <a:pt x="1659821" y="1381848"/>
                </a:moveTo>
                <a:lnTo>
                  <a:pt x="371098" y="582187"/>
                </a:lnTo>
              </a:path>
              <a:path extrusionOk="0" h="2483485" w="2828290">
                <a:moveTo>
                  <a:pt x="1659821" y="1381848"/>
                </a:moveTo>
                <a:lnTo>
                  <a:pt x="2827724" y="1082951"/>
                </a:lnTo>
              </a:path>
              <a:path extrusionOk="0" h="2483485" w="2828290">
                <a:moveTo>
                  <a:pt x="1277337" y="2483435"/>
                </a:moveTo>
                <a:lnTo>
                  <a:pt x="1659821" y="1381848"/>
                </a:lnTo>
              </a:path>
            </a:pathLst>
          </a:custGeom>
          <a:noFill/>
          <a:ln cap="flat" cmpd="sng" w="9525">
            <a:solidFill>
              <a:srgbClr val="AD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1905000" y="1500491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Standard Library</a:t>
            </a:r>
            <a:endParaRPr sz="3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2577300" y="2231050"/>
            <a:ext cx="398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Lab Practical Computer Science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2819400" y="3004600"/>
            <a:ext cx="456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</a:pPr>
            <a:r>
              <a:rPr lang="en-I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Nikhil Francis Giji:    12303308</a:t>
            </a:r>
            <a:endParaRPr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Ardra Maria Prince: 22403661</a:t>
            </a:r>
            <a:endParaRPr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Felix Augustine: 12401135</a:t>
            </a:r>
            <a:endParaRPr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1064992" y="3198057"/>
            <a:ext cx="3162935" cy="1945639"/>
          </a:xfrm>
          <a:custGeom>
            <a:rect b="b" l="l" r="r" t="t"/>
            <a:pathLst>
              <a:path extrusionOk="0" h="1945639" w="3162935">
                <a:moveTo>
                  <a:pt x="934290" y="0"/>
                </a:moveTo>
                <a:lnTo>
                  <a:pt x="2783436" y="433675"/>
                </a:lnTo>
                <a:lnTo>
                  <a:pt x="3162315" y="1945442"/>
                </a:lnTo>
              </a:path>
              <a:path extrusionOk="0" h="1945639" w="3162935">
                <a:moveTo>
                  <a:pt x="70471" y="1945442"/>
                </a:moveTo>
                <a:lnTo>
                  <a:pt x="11357" y="1655109"/>
                </a:lnTo>
                <a:lnTo>
                  <a:pt x="0" y="1240732"/>
                </a:lnTo>
                <a:lnTo>
                  <a:pt x="934290" y="0"/>
                </a:lnTo>
              </a:path>
              <a:path extrusionOk="0" h="1945639" w="3162935">
                <a:moveTo>
                  <a:pt x="934290" y="0"/>
                </a:moveTo>
                <a:lnTo>
                  <a:pt x="2095229" y="1074922"/>
                </a:lnTo>
              </a:path>
              <a:path extrusionOk="0" h="1945639" w="3162935">
                <a:moveTo>
                  <a:pt x="2095229" y="1074922"/>
                </a:moveTo>
                <a:lnTo>
                  <a:pt x="2783436" y="433675"/>
                </a:lnTo>
              </a:path>
              <a:path extrusionOk="0" h="1945639" w="3162935">
                <a:moveTo>
                  <a:pt x="2095229" y="1074922"/>
                </a:moveTo>
                <a:lnTo>
                  <a:pt x="2933476" y="1945442"/>
                </a:lnTo>
              </a:path>
              <a:path extrusionOk="0" h="1945639" w="3162935">
                <a:moveTo>
                  <a:pt x="934290" y="0"/>
                </a:moveTo>
                <a:lnTo>
                  <a:pt x="11357" y="1655109"/>
                </a:lnTo>
              </a:path>
              <a:path extrusionOk="0" h="1945639" w="3162935">
                <a:moveTo>
                  <a:pt x="11357" y="1655109"/>
                </a:moveTo>
                <a:lnTo>
                  <a:pt x="2095229" y="1074922"/>
                </a:lnTo>
              </a:path>
              <a:path extrusionOk="0" h="1945639" w="3162935">
                <a:moveTo>
                  <a:pt x="304514" y="1945442"/>
                </a:moveTo>
                <a:lnTo>
                  <a:pt x="11357" y="1655109"/>
                </a:lnTo>
              </a:path>
              <a:path extrusionOk="0" h="1945639" w="3162935">
                <a:moveTo>
                  <a:pt x="2095229" y="1074922"/>
                </a:moveTo>
                <a:lnTo>
                  <a:pt x="1876110" y="1945442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4686200" y="0"/>
            <a:ext cx="3044825" cy="2413635"/>
          </a:xfrm>
          <a:custGeom>
            <a:rect b="b" l="l" r="r" t="t"/>
            <a:pathLst>
              <a:path extrusionOk="0" h="2413635" w="3044825">
                <a:moveTo>
                  <a:pt x="2748174" y="1530700"/>
                </a:moveTo>
                <a:lnTo>
                  <a:pt x="2720899" y="1617550"/>
                </a:lnTo>
                <a:lnTo>
                  <a:pt x="2701174" y="1670000"/>
                </a:lnTo>
                <a:lnTo>
                  <a:pt x="2678524" y="1721175"/>
                </a:lnTo>
                <a:lnTo>
                  <a:pt x="2653349" y="1771125"/>
                </a:lnTo>
                <a:lnTo>
                  <a:pt x="2626074" y="1819775"/>
                </a:lnTo>
                <a:lnTo>
                  <a:pt x="2596699" y="1867200"/>
                </a:lnTo>
                <a:lnTo>
                  <a:pt x="2564824" y="1912925"/>
                </a:lnTo>
                <a:lnTo>
                  <a:pt x="2527899" y="1961175"/>
                </a:lnTo>
                <a:lnTo>
                  <a:pt x="2485949" y="2010275"/>
                </a:lnTo>
                <a:lnTo>
                  <a:pt x="2441874" y="2056425"/>
                </a:lnTo>
                <a:lnTo>
                  <a:pt x="2395324" y="2099625"/>
                </a:lnTo>
                <a:lnTo>
                  <a:pt x="2347474" y="2140325"/>
                </a:lnTo>
                <a:lnTo>
                  <a:pt x="2297549" y="2178100"/>
                </a:lnTo>
                <a:lnTo>
                  <a:pt x="2245524" y="2213350"/>
                </a:lnTo>
                <a:lnTo>
                  <a:pt x="2192249" y="2245650"/>
                </a:lnTo>
                <a:lnTo>
                  <a:pt x="2137699" y="2275025"/>
                </a:lnTo>
                <a:lnTo>
                  <a:pt x="2081474" y="2301450"/>
                </a:lnTo>
                <a:lnTo>
                  <a:pt x="2023574" y="2325375"/>
                </a:lnTo>
                <a:lnTo>
                  <a:pt x="1965249" y="2346350"/>
                </a:lnTo>
                <a:lnTo>
                  <a:pt x="1905249" y="2364375"/>
                </a:lnTo>
                <a:lnTo>
                  <a:pt x="1844424" y="2379500"/>
                </a:lnTo>
                <a:lnTo>
                  <a:pt x="1783149" y="2392075"/>
                </a:lnTo>
                <a:lnTo>
                  <a:pt x="1720649" y="2401725"/>
                </a:lnTo>
                <a:lnTo>
                  <a:pt x="1657699" y="2408450"/>
                </a:lnTo>
                <a:lnTo>
                  <a:pt x="1593924" y="2412625"/>
                </a:lnTo>
                <a:lnTo>
                  <a:pt x="1530149" y="2413475"/>
                </a:lnTo>
                <a:lnTo>
                  <a:pt x="1465974" y="2411800"/>
                </a:lnTo>
                <a:lnTo>
                  <a:pt x="1401349" y="2407175"/>
                </a:lnTo>
                <a:lnTo>
                  <a:pt x="1336749" y="2399625"/>
                </a:lnTo>
                <a:lnTo>
                  <a:pt x="1272124" y="2389550"/>
                </a:lnTo>
                <a:lnTo>
                  <a:pt x="1207924" y="2376125"/>
                </a:lnTo>
                <a:lnTo>
                  <a:pt x="1143724" y="2360200"/>
                </a:lnTo>
                <a:lnTo>
                  <a:pt x="1079949" y="2341300"/>
                </a:lnTo>
                <a:lnTo>
                  <a:pt x="1016599" y="2319500"/>
                </a:lnTo>
                <a:lnTo>
                  <a:pt x="953674" y="2294725"/>
                </a:lnTo>
                <a:lnTo>
                  <a:pt x="891149" y="2267475"/>
                </a:lnTo>
                <a:lnTo>
                  <a:pt x="829899" y="2236825"/>
                </a:lnTo>
                <a:lnTo>
                  <a:pt x="769474" y="2203700"/>
                </a:lnTo>
                <a:lnTo>
                  <a:pt x="709899" y="2167600"/>
                </a:lnTo>
                <a:lnTo>
                  <a:pt x="651574" y="2128575"/>
                </a:lnTo>
                <a:lnTo>
                  <a:pt x="595349" y="2087475"/>
                </a:lnTo>
                <a:lnTo>
                  <a:pt x="541224" y="2044250"/>
                </a:lnTo>
                <a:lnTo>
                  <a:pt x="489624" y="1998950"/>
                </a:lnTo>
                <a:lnTo>
                  <a:pt x="440524" y="1952375"/>
                </a:lnTo>
                <a:lnTo>
                  <a:pt x="393549" y="1903700"/>
                </a:lnTo>
                <a:lnTo>
                  <a:pt x="349074" y="1853350"/>
                </a:lnTo>
                <a:lnTo>
                  <a:pt x="307124" y="1801750"/>
                </a:lnTo>
                <a:lnTo>
                  <a:pt x="267674" y="1748450"/>
                </a:lnTo>
                <a:lnTo>
                  <a:pt x="230749" y="1693900"/>
                </a:lnTo>
                <a:lnTo>
                  <a:pt x="196349" y="1638100"/>
                </a:lnTo>
                <a:lnTo>
                  <a:pt x="164449" y="1581475"/>
                </a:lnTo>
                <a:lnTo>
                  <a:pt x="135499" y="1523575"/>
                </a:lnTo>
                <a:lnTo>
                  <a:pt x="109074" y="1464825"/>
                </a:lnTo>
                <a:lnTo>
                  <a:pt x="85574" y="1405675"/>
                </a:lnTo>
                <a:lnTo>
                  <a:pt x="64599" y="1345250"/>
                </a:lnTo>
                <a:lnTo>
                  <a:pt x="46549" y="1284400"/>
                </a:lnTo>
                <a:lnTo>
                  <a:pt x="31449" y="1223150"/>
                </a:lnTo>
                <a:lnTo>
                  <a:pt x="19299" y="1161475"/>
                </a:lnTo>
                <a:lnTo>
                  <a:pt x="10049" y="1099375"/>
                </a:lnTo>
                <a:lnTo>
                  <a:pt x="3349" y="1037275"/>
                </a:lnTo>
                <a:lnTo>
                  <a:pt x="0" y="975200"/>
                </a:lnTo>
                <a:lnTo>
                  <a:pt x="0" y="912675"/>
                </a:lnTo>
                <a:lnTo>
                  <a:pt x="2499" y="850575"/>
                </a:lnTo>
                <a:lnTo>
                  <a:pt x="8374" y="788475"/>
                </a:lnTo>
                <a:lnTo>
                  <a:pt x="17599" y="726800"/>
                </a:lnTo>
                <a:lnTo>
                  <a:pt x="29774" y="665550"/>
                </a:lnTo>
                <a:lnTo>
                  <a:pt x="45724" y="605125"/>
                </a:lnTo>
                <a:lnTo>
                  <a:pt x="64174" y="544700"/>
                </a:lnTo>
                <a:lnTo>
                  <a:pt x="86424" y="485550"/>
                </a:lnTo>
                <a:lnTo>
                  <a:pt x="112024" y="426800"/>
                </a:lnTo>
                <a:lnTo>
                  <a:pt x="140974" y="369325"/>
                </a:lnTo>
                <a:lnTo>
                  <a:pt x="171599" y="315200"/>
                </a:lnTo>
                <a:lnTo>
                  <a:pt x="203049" y="266125"/>
                </a:lnTo>
                <a:lnTo>
                  <a:pt x="237049" y="218275"/>
                </a:lnTo>
                <a:lnTo>
                  <a:pt x="273549" y="172550"/>
                </a:lnTo>
                <a:lnTo>
                  <a:pt x="312149" y="128500"/>
                </a:lnTo>
                <a:lnTo>
                  <a:pt x="352849" y="86550"/>
                </a:lnTo>
                <a:lnTo>
                  <a:pt x="395649" y="46250"/>
                </a:lnTo>
                <a:lnTo>
                  <a:pt x="440524" y="8500"/>
                </a:lnTo>
                <a:lnTo>
                  <a:pt x="451665" y="0"/>
                </a:lnTo>
              </a:path>
              <a:path extrusionOk="0" h="2413635" w="3044825">
                <a:moveTo>
                  <a:pt x="2114421" y="0"/>
                </a:moveTo>
                <a:lnTo>
                  <a:pt x="2212799" y="71425"/>
                </a:lnTo>
                <a:lnTo>
                  <a:pt x="2277424" y="124300"/>
                </a:lnTo>
                <a:lnTo>
                  <a:pt x="2337824" y="179675"/>
                </a:lnTo>
                <a:lnTo>
                  <a:pt x="2394899" y="237575"/>
                </a:lnTo>
                <a:lnTo>
                  <a:pt x="2448174" y="297575"/>
                </a:lnTo>
                <a:lnTo>
                  <a:pt x="2497699" y="359675"/>
                </a:lnTo>
                <a:lnTo>
                  <a:pt x="2542999" y="423450"/>
                </a:lnTo>
                <a:lnTo>
                  <a:pt x="2584949" y="488475"/>
                </a:lnTo>
                <a:lnTo>
                  <a:pt x="2623149" y="555200"/>
                </a:lnTo>
                <a:lnTo>
                  <a:pt x="2657549" y="623175"/>
                </a:lnTo>
                <a:lnTo>
                  <a:pt x="2687749" y="692400"/>
                </a:lnTo>
                <a:lnTo>
                  <a:pt x="2714599" y="762475"/>
                </a:lnTo>
                <a:lnTo>
                  <a:pt x="2737249" y="833375"/>
                </a:lnTo>
                <a:lnTo>
                  <a:pt x="2755724" y="904700"/>
                </a:lnTo>
                <a:lnTo>
                  <a:pt x="2770399" y="976450"/>
                </a:lnTo>
                <a:lnTo>
                  <a:pt x="2780899" y="1045250"/>
                </a:lnTo>
                <a:lnTo>
                  <a:pt x="2787599" y="1110300"/>
                </a:lnTo>
                <a:lnTo>
                  <a:pt x="2790974" y="1175325"/>
                </a:lnTo>
                <a:lnTo>
                  <a:pt x="2790549" y="1240350"/>
                </a:lnTo>
                <a:lnTo>
                  <a:pt x="2787199" y="1305800"/>
                </a:lnTo>
                <a:lnTo>
                  <a:pt x="2780049" y="1370425"/>
                </a:lnTo>
                <a:lnTo>
                  <a:pt x="2769999" y="1435025"/>
                </a:lnTo>
                <a:lnTo>
                  <a:pt x="2756549" y="1498800"/>
                </a:lnTo>
                <a:lnTo>
                  <a:pt x="2748174" y="1530700"/>
                </a:lnTo>
              </a:path>
              <a:path extrusionOk="0" h="2413635" w="3044825">
                <a:moveTo>
                  <a:pt x="2993460" y="0"/>
                </a:moveTo>
                <a:lnTo>
                  <a:pt x="3011249" y="60525"/>
                </a:lnTo>
                <a:lnTo>
                  <a:pt x="3029274" y="143600"/>
                </a:lnTo>
                <a:lnTo>
                  <a:pt x="3040199" y="227100"/>
                </a:lnTo>
                <a:lnTo>
                  <a:pt x="3044799" y="311000"/>
                </a:lnTo>
                <a:lnTo>
                  <a:pt x="3042699" y="394925"/>
                </a:lnTo>
                <a:lnTo>
                  <a:pt x="3033474" y="478000"/>
                </a:lnTo>
                <a:lnTo>
                  <a:pt x="3017949" y="560225"/>
                </a:lnTo>
                <a:lnTo>
                  <a:pt x="3007049" y="600925"/>
                </a:lnTo>
                <a:lnTo>
                  <a:pt x="2748174" y="1530700"/>
                </a:lnTo>
              </a:path>
            </a:pathLst>
          </a:custGeom>
          <a:noFill/>
          <a:ln cap="flat" cmpd="sng" w="9525">
            <a:solidFill>
              <a:srgbClr val="FF6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533400" y="590550"/>
            <a:ext cx="316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533400" y="1207375"/>
            <a:ext cx="66951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 Standard Library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collection of classes and functions, including containers , algorithms , input/output facilities , and many utilities.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Containers:     vector, map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      sort, find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Input/Output : cin, cout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programmers to develop robust and efficient applications.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458175" y="4393300"/>
            <a:ext cx="609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1064996" y="4380698"/>
            <a:ext cx="1597282" cy="763663"/>
          </a:xfrm>
          <a:custGeom>
            <a:rect b="b" l="l" r="r" t="t"/>
            <a:pathLst>
              <a:path extrusionOk="0" h="1945639" w="3162935">
                <a:moveTo>
                  <a:pt x="934290" y="0"/>
                </a:moveTo>
                <a:lnTo>
                  <a:pt x="2783436" y="433675"/>
                </a:lnTo>
                <a:lnTo>
                  <a:pt x="3162315" y="1945442"/>
                </a:lnTo>
              </a:path>
              <a:path extrusionOk="0" h="1945639" w="3162935">
                <a:moveTo>
                  <a:pt x="70471" y="1945442"/>
                </a:moveTo>
                <a:lnTo>
                  <a:pt x="11357" y="1655109"/>
                </a:lnTo>
                <a:lnTo>
                  <a:pt x="0" y="1240732"/>
                </a:lnTo>
                <a:lnTo>
                  <a:pt x="934290" y="0"/>
                </a:lnTo>
              </a:path>
              <a:path extrusionOk="0" h="1945639" w="3162935">
                <a:moveTo>
                  <a:pt x="934290" y="0"/>
                </a:moveTo>
                <a:lnTo>
                  <a:pt x="2095229" y="1074922"/>
                </a:lnTo>
              </a:path>
              <a:path extrusionOk="0" h="1945639" w="3162935">
                <a:moveTo>
                  <a:pt x="2095229" y="1074922"/>
                </a:moveTo>
                <a:lnTo>
                  <a:pt x="2783436" y="433675"/>
                </a:lnTo>
              </a:path>
              <a:path extrusionOk="0" h="1945639" w="3162935">
                <a:moveTo>
                  <a:pt x="2095229" y="1074922"/>
                </a:moveTo>
                <a:lnTo>
                  <a:pt x="2933476" y="1945442"/>
                </a:lnTo>
              </a:path>
              <a:path extrusionOk="0" h="1945639" w="3162935">
                <a:moveTo>
                  <a:pt x="934290" y="0"/>
                </a:moveTo>
                <a:lnTo>
                  <a:pt x="11357" y="1655109"/>
                </a:lnTo>
              </a:path>
              <a:path extrusionOk="0" h="1945639" w="3162935">
                <a:moveTo>
                  <a:pt x="11357" y="1655109"/>
                </a:moveTo>
                <a:lnTo>
                  <a:pt x="2095229" y="1074922"/>
                </a:lnTo>
              </a:path>
              <a:path extrusionOk="0" h="1945639" w="3162935">
                <a:moveTo>
                  <a:pt x="304514" y="1945442"/>
                </a:moveTo>
                <a:lnTo>
                  <a:pt x="11357" y="1655109"/>
                </a:lnTo>
              </a:path>
              <a:path extrusionOk="0" h="1945639" w="3162935">
                <a:moveTo>
                  <a:pt x="2095229" y="1074922"/>
                </a:moveTo>
                <a:lnTo>
                  <a:pt x="1876110" y="1945442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6607497" y="0"/>
            <a:ext cx="1126585" cy="856840"/>
          </a:xfrm>
          <a:custGeom>
            <a:rect b="b" l="l" r="r" t="t"/>
            <a:pathLst>
              <a:path extrusionOk="0" h="2413635" w="3044825">
                <a:moveTo>
                  <a:pt x="2748174" y="1530700"/>
                </a:moveTo>
                <a:lnTo>
                  <a:pt x="2720899" y="1617550"/>
                </a:lnTo>
                <a:lnTo>
                  <a:pt x="2701174" y="1670000"/>
                </a:lnTo>
                <a:lnTo>
                  <a:pt x="2678524" y="1721175"/>
                </a:lnTo>
                <a:lnTo>
                  <a:pt x="2653349" y="1771125"/>
                </a:lnTo>
                <a:lnTo>
                  <a:pt x="2626074" y="1819775"/>
                </a:lnTo>
                <a:lnTo>
                  <a:pt x="2596699" y="1867200"/>
                </a:lnTo>
                <a:lnTo>
                  <a:pt x="2564824" y="1912925"/>
                </a:lnTo>
                <a:lnTo>
                  <a:pt x="2527899" y="1961175"/>
                </a:lnTo>
                <a:lnTo>
                  <a:pt x="2485949" y="2010275"/>
                </a:lnTo>
                <a:lnTo>
                  <a:pt x="2441874" y="2056425"/>
                </a:lnTo>
                <a:lnTo>
                  <a:pt x="2395324" y="2099625"/>
                </a:lnTo>
                <a:lnTo>
                  <a:pt x="2347474" y="2140325"/>
                </a:lnTo>
                <a:lnTo>
                  <a:pt x="2297549" y="2178100"/>
                </a:lnTo>
                <a:lnTo>
                  <a:pt x="2245524" y="2213350"/>
                </a:lnTo>
                <a:lnTo>
                  <a:pt x="2192249" y="2245650"/>
                </a:lnTo>
                <a:lnTo>
                  <a:pt x="2137699" y="2275025"/>
                </a:lnTo>
                <a:lnTo>
                  <a:pt x="2081474" y="2301450"/>
                </a:lnTo>
                <a:lnTo>
                  <a:pt x="2023574" y="2325375"/>
                </a:lnTo>
                <a:lnTo>
                  <a:pt x="1965249" y="2346350"/>
                </a:lnTo>
                <a:lnTo>
                  <a:pt x="1905249" y="2364375"/>
                </a:lnTo>
                <a:lnTo>
                  <a:pt x="1844424" y="2379500"/>
                </a:lnTo>
                <a:lnTo>
                  <a:pt x="1783149" y="2392075"/>
                </a:lnTo>
                <a:lnTo>
                  <a:pt x="1720649" y="2401725"/>
                </a:lnTo>
                <a:lnTo>
                  <a:pt x="1657699" y="2408450"/>
                </a:lnTo>
                <a:lnTo>
                  <a:pt x="1593924" y="2412625"/>
                </a:lnTo>
                <a:lnTo>
                  <a:pt x="1530149" y="2413475"/>
                </a:lnTo>
                <a:lnTo>
                  <a:pt x="1465974" y="2411800"/>
                </a:lnTo>
                <a:lnTo>
                  <a:pt x="1401349" y="2407175"/>
                </a:lnTo>
                <a:lnTo>
                  <a:pt x="1336749" y="2399625"/>
                </a:lnTo>
                <a:lnTo>
                  <a:pt x="1272124" y="2389550"/>
                </a:lnTo>
                <a:lnTo>
                  <a:pt x="1207924" y="2376125"/>
                </a:lnTo>
                <a:lnTo>
                  <a:pt x="1143724" y="2360200"/>
                </a:lnTo>
                <a:lnTo>
                  <a:pt x="1079949" y="2341300"/>
                </a:lnTo>
                <a:lnTo>
                  <a:pt x="1016599" y="2319500"/>
                </a:lnTo>
                <a:lnTo>
                  <a:pt x="953674" y="2294725"/>
                </a:lnTo>
                <a:lnTo>
                  <a:pt x="891149" y="2267475"/>
                </a:lnTo>
                <a:lnTo>
                  <a:pt x="829899" y="2236825"/>
                </a:lnTo>
                <a:lnTo>
                  <a:pt x="769474" y="2203700"/>
                </a:lnTo>
                <a:lnTo>
                  <a:pt x="709899" y="2167600"/>
                </a:lnTo>
                <a:lnTo>
                  <a:pt x="651574" y="2128575"/>
                </a:lnTo>
                <a:lnTo>
                  <a:pt x="595349" y="2087475"/>
                </a:lnTo>
                <a:lnTo>
                  <a:pt x="541224" y="2044250"/>
                </a:lnTo>
                <a:lnTo>
                  <a:pt x="489624" y="1998950"/>
                </a:lnTo>
                <a:lnTo>
                  <a:pt x="440524" y="1952375"/>
                </a:lnTo>
                <a:lnTo>
                  <a:pt x="393549" y="1903700"/>
                </a:lnTo>
                <a:lnTo>
                  <a:pt x="349074" y="1853350"/>
                </a:lnTo>
                <a:lnTo>
                  <a:pt x="307124" y="1801750"/>
                </a:lnTo>
                <a:lnTo>
                  <a:pt x="267674" y="1748450"/>
                </a:lnTo>
                <a:lnTo>
                  <a:pt x="230749" y="1693900"/>
                </a:lnTo>
                <a:lnTo>
                  <a:pt x="196349" y="1638100"/>
                </a:lnTo>
                <a:lnTo>
                  <a:pt x="164449" y="1581475"/>
                </a:lnTo>
                <a:lnTo>
                  <a:pt x="135499" y="1523575"/>
                </a:lnTo>
                <a:lnTo>
                  <a:pt x="109074" y="1464825"/>
                </a:lnTo>
                <a:lnTo>
                  <a:pt x="85574" y="1405675"/>
                </a:lnTo>
                <a:lnTo>
                  <a:pt x="64599" y="1345250"/>
                </a:lnTo>
                <a:lnTo>
                  <a:pt x="46549" y="1284400"/>
                </a:lnTo>
                <a:lnTo>
                  <a:pt x="31449" y="1223150"/>
                </a:lnTo>
                <a:lnTo>
                  <a:pt x="19299" y="1161475"/>
                </a:lnTo>
                <a:lnTo>
                  <a:pt x="10049" y="1099375"/>
                </a:lnTo>
                <a:lnTo>
                  <a:pt x="3349" y="1037275"/>
                </a:lnTo>
                <a:lnTo>
                  <a:pt x="0" y="975200"/>
                </a:lnTo>
                <a:lnTo>
                  <a:pt x="0" y="912675"/>
                </a:lnTo>
                <a:lnTo>
                  <a:pt x="2499" y="850575"/>
                </a:lnTo>
                <a:lnTo>
                  <a:pt x="8374" y="788475"/>
                </a:lnTo>
                <a:lnTo>
                  <a:pt x="17599" y="726800"/>
                </a:lnTo>
                <a:lnTo>
                  <a:pt x="29774" y="665550"/>
                </a:lnTo>
                <a:lnTo>
                  <a:pt x="45724" y="605125"/>
                </a:lnTo>
                <a:lnTo>
                  <a:pt x="64174" y="544700"/>
                </a:lnTo>
                <a:lnTo>
                  <a:pt x="86424" y="485550"/>
                </a:lnTo>
                <a:lnTo>
                  <a:pt x="112024" y="426800"/>
                </a:lnTo>
                <a:lnTo>
                  <a:pt x="140974" y="369325"/>
                </a:lnTo>
                <a:lnTo>
                  <a:pt x="171599" y="315200"/>
                </a:lnTo>
                <a:lnTo>
                  <a:pt x="203049" y="266125"/>
                </a:lnTo>
                <a:lnTo>
                  <a:pt x="237049" y="218275"/>
                </a:lnTo>
                <a:lnTo>
                  <a:pt x="273549" y="172550"/>
                </a:lnTo>
                <a:lnTo>
                  <a:pt x="312149" y="128500"/>
                </a:lnTo>
                <a:lnTo>
                  <a:pt x="352849" y="86550"/>
                </a:lnTo>
                <a:lnTo>
                  <a:pt x="395649" y="46250"/>
                </a:lnTo>
                <a:lnTo>
                  <a:pt x="440524" y="8500"/>
                </a:lnTo>
                <a:lnTo>
                  <a:pt x="451665" y="0"/>
                </a:lnTo>
              </a:path>
              <a:path extrusionOk="0" h="2413635" w="3044825">
                <a:moveTo>
                  <a:pt x="2114421" y="0"/>
                </a:moveTo>
                <a:lnTo>
                  <a:pt x="2212799" y="71425"/>
                </a:lnTo>
                <a:lnTo>
                  <a:pt x="2277424" y="124300"/>
                </a:lnTo>
                <a:lnTo>
                  <a:pt x="2337824" y="179675"/>
                </a:lnTo>
                <a:lnTo>
                  <a:pt x="2394899" y="237575"/>
                </a:lnTo>
                <a:lnTo>
                  <a:pt x="2448174" y="297575"/>
                </a:lnTo>
                <a:lnTo>
                  <a:pt x="2497699" y="359675"/>
                </a:lnTo>
                <a:lnTo>
                  <a:pt x="2542999" y="423450"/>
                </a:lnTo>
                <a:lnTo>
                  <a:pt x="2584949" y="488475"/>
                </a:lnTo>
                <a:lnTo>
                  <a:pt x="2623149" y="555200"/>
                </a:lnTo>
                <a:lnTo>
                  <a:pt x="2657549" y="623175"/>
                </a:lnTo>
                <a:lnTo>
                  <a:pt x="2687749" y="692400"/>
                </a:lnTo>
                <a:lnTo>
                  <a:pt x="2714599" y="762475"/>
                </a:lnTo>
                <a:lnTo>
                  <a:pt x="2737249" y="833375"/>
                </a:lnTo>
                <a:lnTo>
                  <a:pt x="2755724" y="904700"/>
                </a:lnTo>
                <a:lnTo>
                  <a:pt x="2770399" y="976450"/>
                </a:lnTo>
                <a:lnTo>
                  <a:pt x="2780899" y="1045250"/>
                </a:lnTo>
                <a:lnTo>
                  <a:pt x="2787599" y="1110300"/>
                </a:lnTo>
                <a:lnTo>
                  <a:pt x="2790974" y="1175325"/>
                </a:lnTo>
                <a:lnTo>
                  <a:pt x="2790549" y="1240350"/>
                </a:lnTo>
                <a:lnTo>
                  <a:pt x="2787199" y="1305800"/>
                </a:lnTo>
                <a:lnTo>
                  <a:pt x="2780049" y="1370425"/>
                </a:lnTo>
                <a:lnTo>
                  <a:pt x="2769999" y="1435025"/>
                </a:lnTo>
                <a:lnTo>
                  <a:pt x="2756549" y="1498800"/>
                </a:lnTo>
                <a:lnTo>
                  <a:pt x="2748174" y="1530700"/>
                </a:lnTo>
              </a:path>
              <a:path extrusionOk="0" h="2413635" w="3044825">
                <a:moveTo>
                  <a:pt x="2993460" y="0"/>
                </a:moveTo>
                <a:lnTo>
                  <a:pt x="3011249" y="60525"/>
                </a:lnTo>
                <a:lnTo>
                  <a:pt x="3029274" y="143600"/>
                </a:lnTo>
                <a:lnTo>
                  <a:pt x="3040199" y="227100"/>
                </a:lnTo>
                <a:lnTo>
                  <a:pt x="3044799" y="311000"/>
                </a:lnTo>
                <a:lnTo>
                  <a:pt x="3042699" y="394925"/>
                </a:lnTo>
                <a:lnTo>
                  <a:pt x="3033474" y="478000"/>
                </a:lnTo>
                <a:lnTo>
                  <a:pt x="3017949" y="560225"/>
                </a:lnTo>
                <a:lnTo>
                  <a:pt x="3007049" y="600925"/>
                </a:lnTo>
                <a:lnTo>
                  <a:pt x="2748174" y="1530700"/>
                </a:lnTo>
              </a:path>
            </a:pathLst>
          </a:custGeom>
          <a:noFill/>
          <a:ln cap="flat" cmpd="sng" w="9525">
            <a:solidFill>
              <a:srgbClr val="FF61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5960556" y="2212425"/>
            <a:ext cx="821055" cy="8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4591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Loss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5960556" y="3033224"/>
            <a:ext cx="821055" cy="81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392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Target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2664155" y="3040768"/>
            <a:ext cx="82359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Data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3039563" y="2266018"/>
            <a:ext cx="3403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3877763" y="2266018"/>
            <a:ext cx="3403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1" name="Google Shape;81;p9"/>
          <p:cNvSpPr txBox="1"/>
          <p:nvPr/>
        </p:nvSpPr>
        <p:spPr>
          <a:xfrm>
            <a:off x="4715963" y="2266018"/>
            <a:ext cx="3403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3877763" y="1440643"/>
            <a:ext cx="3403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4715963" y="1440643"/>
            <a:ext cx="3403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4" name="Google Shape;84;p9"/>
          <p:cNvSpPr txBox="1"/>
          <p:nvPr/>
        </p:nvSpPr>
        <p:spPr>
          <a:xfrm>
            <a:off x="5148981" y="1440643"/>
            <a:ext cx="81216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78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5448625" y="4302074"/>
            <a:ext cx="996972" cy="856802"/>
          </a:xfrm>
          <a:custGeom>
            <a:rect b="b" l="l" r="r" t="t"/>
            <a:pathLst>
              <a:path extrusionOk="0" h="2483485" w="2828290">
                <a:moveTo>
                  <a:pt x="57057" y="2483435"/>
                </a:moveTo>
                <a:lnTo>
                  <a:pt x="0" y="2440824"/>
                </a:lnTo>
                <a:lnTo>
                  <a:pt x="371098" y="582187"/>
                </a:lnTo>
                <a:lnTo>
                  <a:pt x="920601" y="0"/>
                </a:lnTo>
                <a:lnTo>
                  <a:pt x="2240817" y="286542"/>
                </a:lnTo>
                <a:lnTo>
                  <a:pt x="2827724" y="1082951"/>
                </a:lnTo>
                <a:lnTo>
                  <a:pt x="2193597" y="2483435"/>
                </a:lnTo>
              </a:path>
              <a:path extrusionOk="0" h="2483485" w="2828290">
                <a:moveTo>
                  <a:pt x="1659821" y="1381848"/>
                </a:moveTo>
                <a:lnTo>
                  <a:pt x="371098" y="582187"/>
                </a:lnTo>
              </a:path>
              <a:path extrusionOk="0" h="2483485" w="2828290">
                <a:moveTo>
                  <a:pt x="1659821" y="1381848"/>
                </a:moveTo>
                <a:lnTo>
                  <a:pt x="2827724" y="1082951"/>
                </a:lnTo>
              </a:path>
              <a:path extrusionOk="0" h="2483485" w="2828290">
                <a:moveTo>
                  <a:pt x="1277337" y="2483435"/>
                </a:moveTo>
                <a:lnTo>
                  <a:pt x="1659821" y="1381848"/>
                </a:lnTo>
              </a:path>
            </a:pathLst>
          </a:custGeom>
          <a:noFill/>
          <a:ln cap="flat" cmpd="sng" w="9525">
            <a:solidFill>
              <a:srgbClr val="AD7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359525" y="285425"/>
            <a:ext cx="316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472700" y="4414575"/>
            <a:ext cx="609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1090188"/>
            <a:ext cx="3659350" cy="3290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128" y="1090196"/>
            <a:ext cx="3891894" cy="32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457838" y="747125"/>
            <a:ext cx="2811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Function: Libraries </a:t>
            </a:r>
            <a:r>
              <a:rPr b="1" lang="en-IN" sz="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Excluded</a:t>
            </a:r>
            <a:endParaRPr b="1" sz="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4476563" y="747125"/>
            <a:ext cx="2811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Function: Libraries </a:t>
            </a:r>
            <a:r>
              <a:rPr b="1" lang="en-IN" sz="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Included</a:t>
            </a:r>
            <a:endParaRPr b="1" sz="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/>
          <p:nvPr/>
        </p:nvSpPr>
        <p:spPr>
          <a:xfrm>
            <a:off x="1932451" y="3755924"/>
            <a:ext cx="2293128" cy="1386268"/>
          </a:xfrm>
          <a:custGeom>
            <a:rect b="b" l="l" r="r" t="t"/>
            <a:pathLst>
              <a:path extrusionOk="0" h="1945639" w="3162935">
                <a:moveTo>
                  <a:pt x="934290" y="0"/>
                </a:moveTo>
                <a:lnTo>
                  <a:pt x="2783436" y="433675"/>
                </a:lnTo>
                <a:lnTo>
                  <a:pt x="3162315" y="1945442"/>
                </a:lnTo>
              </a:path>
              <a:path extrusionOk="0" h="1945639" w="3162935">
                <a:moveTo>
                  <a:pt x="70471" y="1945442"/>
                </a:moveTo>
                <a:lnTo>
                  <a:pt x="11357" y="1655109"/>
                </a:lnTo>
                <a:lnTo>
                  <a:pt x="0" y="1240732"/>
                </a:lnTo>
                <a:lnTo>
                  <a:pt x="934290" y="0"/>
                </a:lnTo>
              </a:path>
              <a:path extrusionOk="0" h="1945639" w="3162935">
                <a:moveTo>
                  <a:pt x="934290" y="0"/>
                </a:moveTo>
                <a:lnTo>
                  <a:pt x="2095229" y="1074922"/>
                </a:lnTo>
              </a:path>
              <a:path extrusionOk="0" h="1945639" w="3162935">
                <a:moveTo>
                  <a:pt x="2095229" y="1074922"/>
                </a:moveTo>
                <a:lnTo>
                  <a:pt x="2783436" y="433675"/>
                </a:lnTo>
              </a:path>
              <a:path extrusionOk="0" h="1945639" w="3162935">
                <a:moveTo>
                  <a:pt x="2095229" y="1074922"/>
                </a:moveTo>
                <a:lnTo>
                  <a:pt x="2933476" y="1945442"/>
                </a:lnTo>
              </a:path>
              <a:path extrusionOk="0" h="1945639" w="3162935">
                <a:moveTo>
                  <a:pt x="934290" y="0"/>
                </a:moveTo>
                <a:lnTo>
                  <a:pt x="11357" y="1655109"/>
                </a:lnTo>
              </a:path>
              <a:path extrusionOk="0" h="1945639" w="3162935">
                <a:moveTo>
                  <a:pt x="11357" y="1655109"/>
                </a:moveTo>
                <a:lnTo>
                  <a:pt x="2095229" y="1074922"/>
                </a:lnTo>
              </a:path>
              <a:path extrusionOk="0" h="1945639" w="3162935">
                <a:moveTo>
                  <a:pt x="304514" y="1945442"/>
                </a:moveTo>
                <a:lnTo>
                  <a:pt x="11357" y="1655109"/>
                </a:lnTo>
              </a:path>
              <a:path extrusionOk="0" h="1945639" w="3162935">
                <a:moveTo>
                  <a:pt x="2095229" y="1074922"/>
                </a:moveTo>
                <a:lnTo>
                  <a:pt x="1876110" y="1945442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0"/>
          <p:cNvGrpSpPr/>
          <p:nvPr/>
        </p:nvGrpSpPr>
        <p:grpSpPr>
          <a:xfrm>
            <a:off x="5878374" y="-30300"/>
            <a:ext cx="2469300" cy="1809650"/>
            <a:chOff x="3220887" y="0"/>
            <a:chExt cx="4510137" cy="3584886"/>
          </a:xfrm>
        </p:grpSpPr>
        <p:sp>
          <p:nvSpPr>
            <p:cNvPr id="98" name="Google Shape;98;p10"/>
            <p:cNvSpPr/>
            <p:nvPr/>
          </p:nvSpPr>
          <p:spPr>
            <a:xfrm>
              <a:off x="4686199" y="0"/>
              <a:ext cx="3044825" cy="2413635"/>
            </a:xfrm>
            <a:custGeom>
              <a:rect b="b" l="l" r="r" t="t"/>
              <a:pathLst>
                <a:path extrusionOk="0" h="2413635" w="3044825">
                  <a:moveTo>
                    <a:pt x="2748174" y="1530700"/>
                  </a:moveTo>
                  <a:lnTo>
                    <a:pt x="2720899" y="1617550"/>
                  </a:lnTo>
                  <a:lnTo>
                    <a:pt x="2701174" y="1670000"/>
                  </a:lnTo>
                  <a:lnTo>
                    <a:pt x="2678524" y="1721175"/>
                  </a:lnTo>
                  <a:lnTo>
                    <a:pt x="2653349" y="1771125"/>
                  </a:lnTo>
                  <a:lnTo>
                    <a:pt x="2626074" y="1819775"/>
                  </a:lnTo>
                  <a:lnTo>
                    <a:pt x="2596699" y="1867200"/>
                  </a:lnTo>
                  <a:lnTo>
                    <a:pt x="2564824" y="1912925"/>
                  </a:lnTo>
                  <a:lnTo>
                    <a:pt x="2527899" y="1961175"/>
                  </a:lnTo>
                  <a:lnTo>
                    <a:pt x="2485949" y="2010275"/>
                  </a:lnTo>
                  <a:lnTo>
                    <a:pt x="2441874" y="2056425"/>
                  </a:lnTo>
                  <a:lnTo>
                    <a:pt x="2395324" y="2099625"/>
                  </a:lnTo>
                  <a:lnTo>
                    <a:pt x="2347474" y="2140325"/>
                  </a:lnTo>
                  <a:lnTo>
                    <a:pt x="2297549" y="2178100"/>
                  </a:lnTo>
                  <a:lnTo>
                    <a:pt x="2245524" y="2213350"/>
                  </a:lnTo>
                  <a:lnTo>
                    <a:pt x="2192249" y="2245650"/>
                  </a:lnTo>
                  <a:lnTo>
                    <a:pt x="2137699" y="2275025"/>
                  </a:lnTo>
                  <a:lnTo>
                    <a:pt x="2081474" y="2301450"/>
                  </a:lnTo>
                  <a:lnTo>
                    <a:pt x="2023574" y="2325375"/>
                  </a:lnTo>
                  <a:lnTo>
                    <a:pt x="1965249" y="2346350"/>
                  </a:lnTo>
                  <a:lnTo>
                    <a:pt x="1905249" y="2364375"/>
                  </a:lnTo>
                  <a:lnTo>
                    <a:pt x="1844424" y="2379500"/>
                  </a:lnTo>
                  <a:lnTo>
                    <a:pt x="1783149" y="2392075"/>
                  </a:lnTo>
                  <a:lnTo>
                    <a:pt x="1720649" y="2401725"/>
                  </a:lnTo>
                  <a:lnTo>
                    <a:pt x="1657699" y="2408450"/>
                  </a:lnTo>
                  <a:lnTo>
                    <a:pt x="1593924" y="2412625"/>
                  </a:lnTo>
                  <a:lnTo>
                    <a:pt x="1530149" y="2413475"/>
                  </a:lnTo>
                  <a:lnTo>
                    <a:pt x="1465974" y="2411800"/>
                  </a:lnTo>
                  <a:lnTo>
                    <a:pt x="1401349" y="2407175"/>
                  </a:lnTo>
                  <a:lnTo>
                    <a:pt x="1336749" y="2399625"/>
                  </a:lnTo>
                  <a:lnTo>
                    <a:pt x="1272124" y="2389550"/>
                  </a:lnTo>
                  <a:lnTo>
                    <a:pt x="1207924" y="2376125"/>
                  </a:lnTo>
                  <a:lnTo>
                    <a:pt x="1143724" y="2360200"/>
                  </a:lnTo>
                  <a:lnTo>
                    <a:pt x="1079949" y="2341300"/>
                  </a:lnTo>
                  <a:lnTo>
                    <a:pt x="1016599" y="2319500"/>
                  </a:lnTo>
                  <a:lnTo>
                    <a:pt x="953674" y="2294725"/>
                  </a:lnTo>
                  <a:lnTo>
                    <a:pt x="891149" y="2267475"/>
                  </a:lnTo>
                  <a:lnTo>
                    <a:pt x="829899" y="2236825"/>
                  </a:lnTo>
                  <a:lnTo>
                    <a:pt x="769474" y="2203700"/>
                  </a:lnTo>
                  <a:lnTo>
                    <a:pt x="709899" y="2167600"/>
                  </a:lnTo>
                  <a:lnTo>
                    <a:pt x="651574" y="2128575"/>
                  </a:lnTo>
                  <a:lnTo>
                    <a:pt x="595349" y="2087475"/>
                  </a:lnTo>
                  <a:lnTo>
                    <a:pt x="541224" y="2044250"/>
                  </a:lnTo>
                  <a:lnTo>
                    <a:pt x="489624" y="1998950"/>
                  </a:lnTo>
                  <a:lnTo>
                    <a:pt x="440524" y="1952375"/>
                  </a:lnTo>
                  <a:lnTo>
                    <a:pt x="393549" y="1903700"/>
                  </a:lnTo>
                  <a:lnTo>
                    <a:pt x="349074" y="1853350"/>
                  </a:lnTo>
                  <a:lnTo>
                    <a:pt x="307124" y="1801750"/>
                  </a:lnTo>
                  <a:lnTo>
                    <a:pt x="267674" y="1748450"/>
                  </a:lnTo>
                  <a:lnTo>
                    <a:pt x="230749" y="1693900"/>
                  </a:lnTo>
                  <a:lnTo>
                    <a:pt x="196349" y="1638100"/>
                  </a:lnTo>
                  <a:lnTo>
                    <a:pt x="164449" y="1581475"/>
                  </a:lnTo>
                  <a:lnTo>
                    <a:pt x="135499" y="1523575"/>
                  </a:lnTo>
                  <a:lnTo>
                    <a:pt x="109074" y="1464825"/>
                  </a:lnTo>
                  <a:lnTo>
                    <a:pt x="85574" y="1405675"/>
                  </a:lnTo>
                  <a:lnTo>
                    <a:pt x="64599" y="1345250"/>
                  </a:lnTo>
                  <a:lnTo>
                    <a:pt x="46549" y="1284400"/>
                  </a:lnTo>
                  <a:lnTo>
                    <a:pt x="31449" y="1223150"/>
                  </a:lnTo>
                  <a:lnTo>
                    <a:pt x="19299" y="1161475"/>
                  </a:lnTo>
                  <a:lnTo>
                    <a:pt x="10049" y="1099375"/>
                  </a:lnTo>
                  <a:lnTo>
                    <a:pt x="3349" y="1037275"/>
                  </a:lnTo>
                  <a:lnTo>
                    <a:pt x="0" y="975200"/>
                  </a:lnTo>
                  <a:lnTo>
                    <a:pt x="0" y="912675"/>
                  </a:lnTo>
                  <a:lnTo>
                    <a:pt x="2499" y="850575"/>
                  </a:lnTo>
                  <a:lnTo>
                    <a:pt x="8374" y="788475"/>
                  </a:lnTo>
                  <a:lnTo>
                    <a:pt x="17599" y="726800"/>
                  </a:lnTo>
                  <a:lnTo>
                    <a:pt x="29774" y="665550"/>
                  </a:lnTo>
                  <a:lnTo>
                    <a:pt x="45724" y="605125"/>
                  </a:lnTo>
                  <a:lnTo>
                    <a:pt x="64174" y="544700"/>
                  </a:lnTo>
                  <a:lnTo>
                    <a:pt x="86424" y="485550"/>
                  </a:lnTo>
                  <a:lnTo>
                    <a:pt x="112024" y="426800"/>
                  </a:lnTo>
                  <a:lnTo>
                    <a:pt x="140974" y="369325"/>
                  </a:lnTo>
                  <a:lnTo>
                    <a:pt x="171599" y="315200"/>
                  </a:lnTo>
                  <a:lnTo>
                    <a:pt x="203049" y="266125"/>
                  </a:lnTo>
                  <a:lnTo>
                    <a:pt x="237049" y="218275"/>
                  </a:lnTo>
                  <a:lnTo>
                    <a:pt x="273549" y="172550"/>
                  </a:lnTo>
                  <a:lnTo>
                    <a:pt x="312149" y="128500"/>
                  </a:lnTo>
                  <a:lnTo>
                    <a:pt x="352849" y="86550"/>
                  </a:lnTo>
                  <a:lnTo>
                    <a:pt x="395649" y="46250"/>
                  </a:lnTo>
                  <a:lnTo>
                    <a:pt x="440524" y="8500"/>
                  </a:lnTo>
                  <a:lnTo>
                    <a:pt x="451665" y="0"/>
                  </a:lnTo>
                </a:path>
                <a:path extrusionOk="0" h="2413635" w="3044825">
                  <a:moveTo>
                    <a:pt x="2114421" y="0"/>
                  </a:moveTo>
                  <a:lnTo>
                    <a:pt x="2212799" y="71425"/>
                  </a:lnTo>
                  <a:lnTo>
                    <a:pt x="2277424" y="124300"/>
                  </a:lnTo>
                  <a:lnTo>
                    <a:pt x="2337824" y="179675"/>
                  </a:lnTo>
                  <a:lnTo>
                    <a:pt x="2394899" y="237575"/>
                  </a:lnTo>
                  <a:lnTo>
                    <a:pt x="2448174" y="297575"/>
                  </a:lnTo>
                  <a:lnTo>
                    <a:pt x="2497699" y="359675"/>
                  </a:lnTo>
                  <a:lnTo>
                    <a:pt x="2542999" y="423450"/>
                  </a:lnTo>
                  <a:lnTo>
                    <a:pt x="2584949" y="488475"/>
                  </a:lnTo>
                  <a:lnTo>
                    <a:pt x="2623149" y="555200"/>
                  </a:lnTo>
                  <a:lnTo>
                    <a:pt x="2657549" y="623175"/>
                  </a:lnTo>
                  <a:lnTo>
                    <a:pt x="2687749" y="692400"/>
                  </a:lnTo>
                  <a:lnTo>
                    <a:pt x="2714599" y="762475"/>
                  </a:lnTo>
                  <a:lnTo>
                    <a:pt x="2737249" y="833375"/>
                  </a:lnTo>
                  <a:lnTo>
                    <a:pt x="2755724" y="904700"/>
                  </a:lnTo>
                  <a:lnTo>
                    <a:pt x="2770399" y="976450"/>
                  </a:lnTo>
                  <a:lnTo>
                    <a:pt x="2780899" y="1045250"/>
                  </a:lnTo>
                  <a:lnTo>
                    <a:pt x="2787599" y="1110300"/>
                  </a:lnTo>
                  <a:lnTo>
                    <a:pt x="2790974" y="1175325"/>
                  </a:lnTo>
                  <a:lnTo>
                    <a:pt x="2790549" y="1240350"/>
                  </a:lnTo>
                  <a:lnTo>
                    <a:pt x="2787199" y="1305800"/>
                  </a:lnTo>
                  <a:lnTo>
                    <a:pt x="2780049" y="1370425"/>
                  </a:lnTo>
                  <a:lnTo>
                    <a:pt x="2769999" y="1435025"/>
                  </a:lnTo>
                  <a:lnTo>
                    <a:pt x="2756549" y="1498800"/>
                  </a:lnTo>
                  <a:lnTo>
                    <a:pt x="2748174" y="1530700"/>
                  </a:lnTo>
                </a:path>
                <a:path extrusionOk="0" h="2413635" w="3044825">
                  <a:moveTo>
                    <a:pt x="2993460" y="0"/>
                  </a:moveTo>
                  <a:lnTo>
                    <a:pt x="3011249" y="60525"/>
                  </a:lnTo>
                  <a:lnTo>
                    <a:pt x="3029274" y="143600"/>
                  </a:lnTo>
                  <a:lnTo>
                    <a:pt x="3040199" y="227100"/>
                  </a:lnTo>
                  <a:lnTo>
                    <a:pt x="3044799" y="311000"/>
                  </a:lnTo>
                  <a:lnTo>
                    <a:pt x="3042699" y="394925"/>
                  </a:lnTo>
                  <a:lnTo>
                    <a:pt x="3033474" y="478000"/>
                  </a:lnTo>
                  <a:lnTo>
                    <a:pt x="3017949" y="560225"/>
                  </a:lnTo>
                  <a:lnTo>
                    <a:pt x="3007049" y="600925"/>
                  </a:lnTo>
                  <a:lnTo>
                    <a:pt x="2748174" y="1530700"/>
                  </a:lnTo>
                </a:path>
              </a:pathLst>
            </a:custGeom>
            <a:noFill/>
            <a:ln cap="flat" cmpd="sng" w="9525">
              <a:solidFill>
                <a:srgbClr val="FF61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5630513" y="2187274"/>
              <a:ext cx="295275" cy="341630"/>
            </a:xfrm>
            <a:custGeom>
              <a:rect b="b" l="l" r="r" t="t"/>
              <a:pathLst>
                <a:path extrusionOk="0" h="341630" w="295275">
                  <a:moveTo>
                    <a:pt x="0" y="0"/>
                  </a:moveTo>
                  <a:lnTo>
                    <a:pt x="294899" y="170549"/>
                  </a:lnTo>
                  <a:lnTo>
                    <a:pt x="0" y="341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4839576" y="1947425"/>
              <a:ext cx="821055" cy="821055"/>
            </a:xfrm>
            <a:custGeom>
              <a:rect b="b" l="l" r="r" t="t"/>
              <a:pathLst>
                <a:path extrusionOk="0" h="821055" w="821054">
                  <a:moveTo>
                    <a:pt x="0" y="0"/>
                  </a:moveTo>
                  <a:lnTo>
                    <a:pt x="820799" y="0"/>
                  </a:lnTo>
                  <a:lnTo>
                    <a:pt x="820799" y="820799"/>
                  </a:lnTo>
                  <a:lnTo>
                    <a:pt x="0" y="820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5078444" y="2498793"/>
              <a:ext cx="341630" cy="295275"/>
            </a:xfrm>
            <a:custGeom>
              <a:rect b="b" l="l" r="r" t="t"/>
              <a:pathLst>
                <a:path extrusionOk="0" h="295275" w="341629">
                  <a:moveTo>
                    <a:pt x="0" y="294899"/>
                  </a:moveTo>
                  <a:lnTo>
                    <a:pt x="170549" y="0"/>
                  </a:lnTo>
                  <a:lnTo>
                    <a:pt x="341099" y="294899"/>
                  </a:lnTo>
                  <a:lnTo>
                    <a:pt x="0" y="294899"/>
                  </a:lnTo>
                  <a:close/>
                </a:path>
              </a:pathLst>
            </a:custGeom>
            <a:noFill/>
            <a:ln cap="flat" cmpd="sng" w="28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4838594" y="2763831"/>
              <a:ext cx="821055" cy="821055"/>
            </a:xfrm>
            <a:custGeom>
              <a:rect b="b" l="l" r="r" t="t"/>
              <a:pathLst>
                <a:path extrusionOk="0" h="821054" w="821054">
                  <a:moveTo>
                    <a:pt x="0" y="820799"/>
                  </a:moveTo>
                  <a:lnTo>
                    <a:pt x="0" y="0"/>
                  </a:lnTo>
                  <a:lnTo>
                    <a:pt x="820799" y="0"/>
                  </a:lnTo>
                  <a:lnTo>
                    <a:pt x="820799" y="820799"/>
                  </a:lnTo>
                  <a:lnTo>
                    <a:pt x="0" y="820799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4837200" y="2187274"/>
              <a:ext cx="295275" cy="341630"/>
            </a:xfrm>
            <a:custGeom>
              <a:rect b="b" l="l" r="r" t="t"/>
              <a:pathLst>
                <a:path extrusionOk="0" h="341630" w="295275">
                  <a:moveTo>
                    <a:pt x="0" y="0"/>
                  </a:moveTo>
                  <a:lnTo>
                    <a:pt x="294899" y="170549"/>
                  </a:lnTo>
                  <a:lnTo>
                    <a:pt x="0" y="341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4046262" y="1947425"/>
              <a:ext cx="821055" cy="821055"/>
            </a:xfrm>
            <a:custGeom>
              <a:rect b="b" l="l" r="r" t="t"/>
              <a:pathLst>
                <a:path extrusionOk="0" h="821055" w="821054">
                  <a:moveTo>
                    <a:pt x="0" y="0"/>
                  </a:moveTo>
                  <a:lnTo>
                    <a:pt x="820799" y="0"/>
                  </a:lnTo>
                  <a:lnTo>
                    <a:pt x="820799" y="820799"/>
                  </a:lnTo>
                  <a:lnTo>
                    <a:pt x="0" y="820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4011824" y="2187274"/>
              <a:ext cx="295275" cy="341630"/>
            </a:xfrm>
            <a:custGeom>
              <a:rect b="b" l="l" r="r" t="t"/>
              <a:pathLst>
                <a:path extrusionOk="0" h="341630" w="295275">
                  <a:moveTo>
                    <a:pt x="0" y="0"/>
                  </a:moveTo>
                  <a:lnTo>
                    <a:pt x="294899" y="170549"/>
                  </a:lnTo>
                  <a:lnTo>
                    <a:pt x="0" y="341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3220887" y="1947425"/>
              <a:ext cx="821055" cy="821055"/>
            </a:xfrm>
            <a:custGeom>
              <a:rect b="b" l="l" r="r" t="t"/>
              <a:pathLst>
                <a:path extrusionOk="0" h="821055" w="821054">
                  <a:moveTo>
                    <a:pt x="0" y="0"/>
                  </a:moveTo>
                  <a:lnTo>
                    <a:pt x="820799" y="0"/>
                  </a:lnTo>
                  <a:lnTo>
                    <a:pt x="820799" y="820799"/>
                  </a:lnTo>
                  <a:lnTo>
                    <a:pt x="0" y="820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3458443" y="2492381"/>
              <a:ext cx="341630" cy="295275"/>
            </a:xfrm>
            <a:custGeom>
              <a:rect b="b" l="l" r="r" t="t"/>
              <a:pathLst>
                <a:path extrusionOk="0" h="295275" w="341629">
                  <a:moveTo>
                    <a:pt x="0" y="294899"/>
                  </a:moveTo>
                  <a:lnTo>
                    <a:pt x="170549" y="0"/>
                  </a:lnTo>
                  <a:lnTo>
                    <a:pt x="341099" y="294899"/>
                  </a:lnTo>
                  <a:lnTo>
                    <a:pt x="0" y="294899"/>
                  </a:lnTo>
                  <a:close/>
                </a:path>
              </a:pathLst>
            </a:custGeom>
            <a:noFill/>
            <a:ln cap="flat" cmpd="sng" w="285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0"/>
          <p:cNvSpPr txBox="1"/>
          <p:nvPr/>
        </p:nvSpPr>
        <p:spPr>
          <a:xfrm>
            <a:off x="5298250" y="2001018"/>
            <a:ext cx="2794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Loss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4867062" y="2768225"/>
            <a:ext cx="792480" cy="81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3638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Target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3218593" y="2768225"/>
            <a:ext cx="821055" cy="81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spAutoFit/>
          </a:bodyPr>
          <a:lstStyle/>
          <a:p>
            <a:pPr indent="0" lvl="0" marL="412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Data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4444900" y="2001018"/>
            <a:ext cx="3276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Node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3606700" y="2001018"/>
            <a:ext cx="3695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Linear</a:t>
            </a:r>
            <a:endParaRPr sz="10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611052" y="643675"/>
            <a:ext cx="4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Continue…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8458200" y="4400550"/>
            <a:ext cx="609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10"/>
          <p:cNvGraphicFramePr/>
          <p:nvPr/>
        </p:nvGraphicFramePr>
        <p:xfrm>
          <a:off x="611050" y="151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 Standard Library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Without Standard Library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simplicity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(std::sort)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 (manual sorting)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Highly optimized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Depends on algorithm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Flexibility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flexible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more code and knowledge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/>
          <p:nvPr/>
        </p:nvSpPr>
        <p:spPr>
          <a:xfrm>
            <a:off x="5764581" y="3816372"/>
            <a:ext cx="2332355" cy="1327150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5368700" y="0"/>
            <a:ext cx="1810658" cy="1454766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Chrono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649300" y="1242932"/>
            <a:ext cx="71628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of the C++ Standard Library.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dealing with time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durations, clocks, and timestamps.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elapsed time (performance benchmarking)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time delays.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or timeout logic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with real-time clocks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/>
          <p:nvPr/>
        </p:nvSpPr>
        <p:spPr>
          <a:xfrm>
            <a:off x="5764578" y="4613173"/>
            <a:ext cx="1008743" cy="530860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5535801" y="0"/>
            <a:ext cx="1642897" cy="1306405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Chrono Core Concepts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642050" y="1344657"/>
            <a:ext cx="71628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Represents a span of time (e.g., 5 seconds, 3 milliseconds)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Point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point in time (e.g., system clock at this moment)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Provides the current time (system_clock, steady_clock, high_resolution_clock)</a:t>
            </a:r>
            <a:br>
              <a:rPr lang="en-IN" sz="1100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642050" y="2395842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Clocks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" name="Google Shape;133;p12"/>
          <p:cNvGraphicFramePr/>
          <p:nvPr/>
        </p:nvGraphicFramePr>
        <p:xfrm>
          <a:off x="792675" y="285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Clock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std::chrono::system_clock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Wall-clock time (can be converted to calendar time)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std::chrono::steady_clock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Monotonic time (good for measuring time intervals)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std::chrono::high_resolution_clock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Highest precision clock (alias to steady/system depending on platform)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/>
          <p:nvPr/>
        </p:nvSpPr>
        <p:spPr>
          <a:xfrm>
            <a:off x="5764578" y="4613173"/>
            <a:ext cx="1008743" cy="530860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5535801" y="0"/>
            <a:ext cx="1642897" cy="1306405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678375" y="582675"/>
            <a:ext cx="3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std::chrono::system_clock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540350" y="1148507"/>
            <a:ext cx="71628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real-world (calendar) time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Logging current date and time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to std::time_t for printing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25" y="2650200"/>
            <a:ext cx="5755924" cy="161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550" y="4278226"/>
            <a:ext cx="35052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678375" y="2256700"/>
            <a:ext cx="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</a:t>
            </a:r>
            <a:endParaRPr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711400" y="4184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5764578" y="4613173"/>
            <a:ext cx="1008743" cy="530860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5535801" y="0"/>
            <a:ext cx="1642897" cy="1306405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78375" y="582675"/>
            <a:ext cx="39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std::chrono::steady_clock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540350" y="1148507"/>
            <a:ext cx="71628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always moves forward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unaffected by system time changes.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 durations reliably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Benchmarks or timeouts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678375" y="1951900"/>
            <a:ext cx="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</a:t>
            </a:r>
            <a:endParaRPr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718675" y="4387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50" y="2308100"/>
            <a:ext cx="5068101" cy="20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2800" y="4495800"/>
            <a:ext cx="30289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/>
          <p:nvPr/>
        </p:nvSpPr>
        <p:spPr>
          <a:xfrm>
            <a:off x="5764578" y="4613173"/>
            <a:ext cx="1008743" cy="530860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7199450" y="0"/>
            <a:ext cx="1642897" cy="877805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78375" y="582675"/>
            <a:ext cx="55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std::chrono::high_resolution_clock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40350" y="1148507"/>
            <a:ext cx="71628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precision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timing available (may alias to steady_clock or system_clock).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Fine-grained performance profiling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Microbenchmarking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678375" y="1861425"/>
            <a:ext cx="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</a:t>
            </a:r>
            <a:endParaRPr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18675" y="4387350"/>
            <a:ext cx="71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1"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450" y="2256920"/>
            <a:ext cx="4883003" cy="2232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6053" y="4488957"/>
            <a:ext cx="3147123" cy="16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49300" y="1242925"/>
            <a:ext cx="6594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tools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random and pseudo-random number generation.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into two major components: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URBGs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(Uniform Random Bit Generators)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Distributions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 uniform, normal, Poisson)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16"/>
          <p:cNvGraphicFramePr/>
          <p:nvPr/>
        </p:nvGraphicFramePr>
        <p:xfrm>
          <a:off x="952500" y="25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You’d Use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Dice roll / random number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uniform_int_distribution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float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uniform_real_distribution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Simulating Gaussian data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normal_distribution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Shuffling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std::shuffle + random engine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7574975" y="4247375"/>
            <a:ext cx="1335273" cy="895826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574976" y="-46325"/>
            <a:ext cx="1480922" cy="1158043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78375" y="582675"/>
            <a:ext cx="57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</a:t>
            </a: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Bit Generators(URBGs)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49300" y="1242925"/>
            <a:ext cx="32661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raw integer-based randomness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std::mt19937 – Fast, widely used (Mersenne Twister)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std::random_device – True random (hardware-based if available)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seeded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serialized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reused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675" y="1360775"/>
            <a:ext cx="39433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263" y="4085450"/>
            <a:ext cx="21240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4430675" y="3985025"/>
            <a:ext cx="54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430675" y="10443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r>
              <a:rPr lang="en-IN" sz="1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7574975" y="4247375"/>
            <a:ext cx="1335273" cy="895826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574976" y="-46325"/>
            <a:ext cx="1480922" cy="1158043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78375" y="582675"/>
            <a:ext cx="57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Number Distributions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49300" y="1242925"/>
            <a:ext cx="32661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the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and shape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generated numbers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with URBGs to generate realistic data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distributions: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9" name="Google Shape;199;p18"/>
          <p:cNvGraphicFramePr/>
          <p:nvPr/>
        </p:nvGraphicFramePr>
        <p:xfrm>
          <a:off x="852075" y="269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272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uniform_int_distribution&lt;int&gt;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integers in range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uniform_real_distribution&lt;double&gt;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floats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normal_distribution&lt;double&gt;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Bell-curve values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7574975" y="4247375"/>
            <a:ext cx="1335273" cy="895826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574976" y="-46325"/>
            <a:ext cx="1480922" cy="1158043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39750" y="301850"/>
            <a:ext cx="57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Number Distributions Code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50" y="810600"/>
            <a:ext cx="4057055" cy="379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701550" y="4651975"/>
            <a:ext cx="577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500" y="4576100"/>
            <a:ext cx="46101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Regex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49300" y="1242925"/>
            <a:ext cx="6594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Expressions in C++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&lt;regex&gt; provides support for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matching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regular expressions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expression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mini-language for defining patterns in strings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in validation, search, and transformation tasks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8" name="Google Shape;218;p20"/>
          <p:cNvGraphicFramePr/>
          <p:nvPr/>
        </p:nvGraphicFramePr>
        <p:xfrm>
          <a:off x="952500" y="2489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validation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 if email is valid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 search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 all dates in a document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 multiple whitespaces with one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Parsing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Extract info from logs, URLs, commands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Regex Core Objects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6" name="Google Shape;226;p21"/>
          <p:cNvGraphicFramePr/>
          <p:nvPr/>
        </p:nvGraphicFramePr>
        <p:xfrm>
          <a:off x="813475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sequence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string to search (e.g., std::string, C-string)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Pattern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regular expression, constructed as std::regex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 result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Stores match info: std::smatch for strings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Replacement string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in regex_replace() to define new content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Regex Functions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4" name="Google Shape;234;p22"/>
          <p:cNvGraphicFramePr/>
          <p:nvPr/>
        </p:nvGraphicFramePr>
        <p:xfrm>
          <a:off x="813475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{52B962C6-20D7-4959-A9D1-26DD97DC6504}</a:tableStyleId>
              </a:tblPr>
              <a:tblGrid>
                <a:gridCol w="3619500"/>
                <a:gridCol w="3619500"/>
              </a:tblGrid>
              <a:tr h="411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std::regex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 a regex pattern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std::smatch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 matches (for strings)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std::regex_match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if whole string matches pattern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std::regex_search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if any part matches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std::regex_replace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 all matched substrings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78375" y="582667"/>
            <a:ext cx="30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Regex Code</a:t>
            </a:r>
            <a:endParaRPr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375" y="1113250"/>
            <a:ext cx="5086200" cy="28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050" y="4099995"/>
            <a:ext cx="24955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792150" y="4113950"/>
            <a:ext cx="156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5764578" y="4681823"/>
            <a:ext cx="991250" cy="461185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647475" y="88392"/>
            <a:ext cx="30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Example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947100" y="2376275"/>
            <a:ext cx="156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75" y="396202"/>
            <a:ext cx="3297550" cy="470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975" y="2300413"/>
            <a:ext cx="23431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965346" y="3829611"/>
            <a:ext cx="2099119" cy="1313879"/>
          </a:xfrm>
          <a:custGeom>
            <a:rect b="b" l="l" r="r" t="t"/>
            <a:pathLst>
              <a:path extrusionOk="0" h="1327150" w="2332354">
                <a:moveTo>
                  <a:pt x="400231" y="39320"/>
                </a:moveTo>
                <a:lnTo>
                  <a:pt x="1703187" y="0"/>
                </a:lnTo>
                <a:lnTo>
                  <a:pt x="2331911" y="1134380"/>
                </a:lnTo>
                <a:lnTo>
                  <a:pt x="2193689" y="1327127"/>
                </a:lnTo>
              </a:path>
              <a:path extrusionOk="0" h="1327150" w="2332354">
                <a:moveTo>
                  <a:pt x="94229" y="1327127"/>
                </a:moveTo>
                <a:lnTo>
                  <a:pt x="80790" y="1300097"/>
                </a:lnTo>
                <a:lnTo>
                  <a:pt x="0" y="1027305"/>
                </a:lnTo>
                <a:lnTo>
                  <a:pt x="400231" y="39320"/>
                </a:lnTo>
              </a:path>
              <a:path extrusionOk="0" h="1327150" w="2332354">
                <a:moveTo>
                  <a:pt x="400231" y="39320"/>
                </a:moveTo>
                <a:lnTo>
                  <a:pt x="1360163" y="546922"/>
                </a:lnTo>
              </a:path>
              <a:path extrusionOk="0" h="1327150" w="2332354">
                <a:moveTo>
                  <a:pt x="1360163" y="546922"/>
                </a:moveTo>
                <a:lnTo>
                  <a:pt x="1703187" y="0"/>
                </a:lnTo>
              </a:path>
              <a:path extrusionOk="0" h="1327150" w="2332354">
                <a:moveTo>
                  <a:pt x="1360163" y="546922"/>
                </a:moveTo>
                <a:lnTo>
                  <a:pt x="2331911" y="1134380"/>
                </a:lnTo>
              </a:path>
              <a:path extrusionOk="0" h="1327150" w="2332354">
                <a:moveTo>
                  <a:pt x="2130561" y="1327127"/>
                </a:moveTo>
                <a:lnTo>
                  <a:pt x="2331911" y="1134380"/>
                </a:lnTo>
              </a:path>
              <a:path extrusionOk="0" h="1327150" w="2332354">
                <a:moveTo>
                  <a:pt x="400231" y="39320"/>
                </a:moveTo>
                <a:lnTo>
                  <a:pt x="80790" y="1300097"/>
                </a:lnTo>
              </a:path>
              <a:path extrusionOk="0" h="1327150" w="2332354">
                <a:moveTo>
                  <a:pt x="80790" y="1300097"/>
                </a:moveTo>
                <a:lnTo>
                  <a:pt x="1360163" y="546922"/>
                </a:lnTo>
              </a:path>
              <a:path extrusionOk="0" h="1327150" w="2332354">
                <a:moveTo>
                  <a:pt x="127996" y="1327127"/>
                </a:moveTo>
                <a:lnTo>
                  <a:pt x="80790" y="1300097"/>
                </a:lnTo>
              </a:path>
              <a:path extrusionOk="0" h="1327150" w="2332354">
                <a:moveTo>
                  <a:pt x="1360163" y="546922"/>
                </a:moveTo>
                <a:lnTo>
                  <a:pt x="1371043" y="1327127"/>
                </a:lnTo>
              </a:path>
            </a:pathLst>
          </a:custGeom>
          <a:noFill/>
          <a:ln cap="flat" cmpd="sng" w="9525">
            <a:solidFill>
              <a:srgbClr val="FF8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614601" y="0"/>
            <a:ext cx="1561909" cy="1182770"/>
          </a:xfrm>
          <a:custGeom>
            <a:rect b="b" l="l" r="r" t="t"/>
            <a:pathLst>
              <a:path extrusionOk="0" h="1648460" w="2313940">
                <a:moveTo>
                  <a:pt x="1464769" y="1249490"/>
                </a:moveTo>
                <a:lnTo>
                  <a:pt x="1419662" y="1277553"/>
                </a:lnTo>
                <a:lnTo>
                  <a:pt x="1329032" y="1330406"/>
                </a:lnTo>
                <a:lnTo>
                  <a:pt x="1238486" y="1380319"/>
                </a:lnTo>
                <a:lnTo>
                  <a:pt x="1148762" y="1426512"/>
                </a:lnTo>
                <a:lnTo>
                  <a:pt x="1059784" y="1469276"/>
                </a:lnTo>
                <a:lnTo>
                  <a:pt x="972278" y="1507811"/>
                </a:lnTo>
                <a:lnTo>
                  <a:pt x="887088" y="1542233"/>
                </a:lnTo>
                <a:lnTo>
                  <a:pt x="804602" y="1572015"/>
                </a:lnTo>
                <a:lnTo>
                  <a:pt x="725058" y="1597471"/>
                </a:lnTo>
                <a:lnTo>
                  <a:pt x="649122" y="1618110"/>
                </a:lnTo>
                <a:lnTo>
                  <a:pt x="577438" y="1633440"/>
                </a:lnTo>
                <a:lnTo>
                  <a:pt x="510597" y="1643525"/>
                </a:lnTo>
                <a:lnTo>
                  <a:pt x="464053" y="1647513"/>
                </a:lnTo>
                <a:lnTo>
                  <a:pt x="434473" y="1648220"/>
                </a:lnTo>
                <a:lnTo>
                  <a:pt x="406524" y="1647654"/>
                </a:lnTo>
                <a:lnTo>
                  <a:pt x="355087" y="1642138"/>
                </a:lnTo>
                <a:lnTo>
                  <a:pt x="310412" y="1630180"/>
                </a:lnTo>
                <a:lnTo>
                  <a:pt x="274383" y="1613176"/>
                </a:lnTo>
                <a:lnTo>
                  <a:pt x="240179" y="1582873"/>
                </a:lnTo>
                <a:lnTo>
                  <a:pt x="220027" y="1544464"/>
                </a:lnTo>
                <a:lnTo>
                  <a:pt x="213574" y="1494335"/>
                </a:lnTo>
                <a:lnTo>
                  <a:pt x="214800" y="1474453"/>
                </a:lnTo>
                <a:lnTo>
                  <a:pt x="223897" y="1431445"/>
                </a:lnTo>
                <a:lnTo>
                  <a:pt x="240517" y="1385049"/>
                </a:lnTo>
                <a:lnTo>
                  <a:pt x="271742" y="1322347"/>
                </a:lnTo>
                <a:lnTo>
                  <a:pt x="305016" y="1268480"/>
                </a:lnTo>
                <a:lnTo>
                  <a:pt x="345968" y="1212424"/>
                </a:lnTo>
                <a:lnTo>
                  <a:pt x="393743" y="1153746"/>
                </a:lnTo>
                <a:lnTo>
                  <a:pt x="448588" y="1093077"/>
                </a:lnTo>
                <a:lnTo>
                  <a:pt x="510113" y="1030961"/>
                </a:lnTo>
                <a:lnTo>
                  <a:pt x="578320" y="967399"/>
                </a:lnTo>
                <a:lnTo>
                  <a:pt x="652892" y="902629"/>
                </a:lnTo>
                <a:lnTo>
                  <a:pt x="733735" y="837235"/>
                </a:lnTo>
                <a:lnTo>
                  <a:pt x="821141" y="771258"/>
                </a:lnTo>
                <a:lnTo>
                  <a:pt x="914128" y="705459"/>
                </a:lnTo>
                <a:lnTo>
                  <a:pt x="1013267" y="639899"/>
                </a:lnTo>
                <a:lnTo>
                  <a:pt x="1065212" y="607160"/>
                </a:lnTo>
                <a:lnTo>
                  <a:pt x="1117341" y="575009"/>
                </a:lnTo>
                <a:lnTo>
                  <a:pt x="1219801" y="515523"/>
                </a:lnTo>
                <a:lnTo>
                  <a:pt x="1319813" y="460993"/>
                </a:lnTo>
                <a:lnTo>
                  <a:pt x="1417002" y="411984"/>
                </a:lnTo>
                <a:lnTo>
                  <a:pt x="1511387" y="368479"/>
                </a:lnTo>
                <a:lnTo>
                  <a:pt x="1602124" y="330084"/>
                </a:lnTo>
                <a:lnTo>
                  <a:pt x="1688843" y="297346"/>
                </a:lnTo>
                <a:lnTo>
                  <a:pt x="1771639" y="269679"/>
                </a:lnTo>
                <a:lnTo>
                  <a:pt x="1849888" y="247281"/>
                </a:lnTo>
                <a:lnTo>
                  <a:pt x="1923238" y="230420"/>
                </a:lnTo>
                <a:lnTo>
                  <a:pt x="1991472" y="218749"/>
                </a:lnTo>
                <a:lnTo>
                  <a:pt x="2053961" y="212501"/>
                </a:lnTo>
                <a:lnTo>
                  <a:pt x="2096842" y="211547"/>
                </a:lnTo>
                <a:lnTo>
                  <a:pt x="2123874" y="212269"/>
                </a:lnTo>
                <a:lnTo>
                  <a:pt x="2172643" y="218019"/>
                </a:lnTo>
                <a:lnTo>
                  <a:pt x="2214790" y="229055"/>
                </a:lnTo>
                <a:lnTo>
                  <a:pt x="2250019" y="245352"/>
                </a:lnTo>
                <a:lnTo>
                  <a:pt x="2285223" y="274895"/>
                </a:lnTo>
                <a:lnTo>
                  <a:pt x="2306312" y="312869"/>
                </a:lnTo>
                <a:lnTo>
                  <a:pt x="2313145" y="351541"/>
                </a:lnTo>
                <a:lnTo>
                  <a:pt x="2313551" y="361611"/>
                </a:lnTo>
                <a:lnTo>
                  <a:pt x="2312125" y="382960"/>
                </a:lnTo>
                <a:lnTo>
                  <a:pt x="2303050" y="428009"/>
                </a:lnTo>
                <a:lnTo>
                  <a:pt x="2285526" y="476654"/>
                </a:lnTo>
                <a:lnTo>
                  <a:pt x="2260285" y="527782"/>
                </a:lnTo>
                <a:lnTo>
                  <a:pt x="2236264" y="567865"/>
                </a:lnTo>
                <a:lnTo>
                  <a:pt x="2198035" y="623413"/>
                </a:lnTo>
                <a:lnTo>
                  <a:pt x="2152809" y="680663"/>
                </a:lnTo>
                <a:lnTo>
                  <a:pt x="2101137" y="739707"/>
                </a:lnTo>
                <a:lnTo>
                  <a:pt x="2043450" y="799691"/>
                </a:lnTo>
                <a:lnTo>
                  <a:pt x="1980339" y="860414"/>
                </a:lnTo>
                <a:lnTo>
                  <a:pt x="1912154" y="921624"/>
                </a:lnTo>
                <a:lnTo>
                  <a:pt x="1839228" y="983069"/>
                </a:lnTo>
                <a:lnTo>
                  <a:pt x="1762228" y="1043977"/>
                </a:lnTo>
                <a:lnTo>
                  <a:pt x="1681193" y="1104319"/>
                </a:lnTo>
                <a:lnTo>
                  <a:pt x="1596751" y="1163619"/>
                </a:lnTo>
                <a:lnTo>
                  <a:pt x="1509585" y="1221371"/>
                </a:lnTo>
                <a:lnTo>
                  <a:pt x="1464769" y="1249490"/>
                </a:lnTo>
                <a:close/>
              </a:path>
              <a:path extrusionOk="0" h="1648460" w="2313940">
                <a:moveTo>
                  <a:pt x="215086" y="1522250"/>
                </a:moveTo>
                <a:lnTo>
                  <a:pt x="0" y="0"/>
                </a:lnTo>
              </a:path>
              <a:path extrusionOk="0" h="1648460" w="2313940">
                <a:moveTo>
                  <a:pt x="1891259" y="0"/>
                </a:moveTo>
                <a:lnTo>
                  <a:pt x="2257616" y="250215"/>
                </a:lnTo>
              </a:path>
            </a:pathLst>
          </a:custGeom>
          <a:noFill/>
          <a:ln cap="flat" cmpd="sng" w="9525">
            <a:solidFill>
              <a:srgbClr val="49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3617550" y="2294700"/>
            <a:ext cx="19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